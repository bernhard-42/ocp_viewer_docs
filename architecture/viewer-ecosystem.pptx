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  <p:sldId id="261" r:id="rId4"/>
    <p:sldId id="263" r:id="rId5"/>
    <p:sldId id="258" r:id="rId6"/>
    <p:sldId id="259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5"/>
    <p:restoredTop sz="94768"/>
  </p:normalViewPr>
  <p:slideViewPr>
    <p:cSldViewPr snapToGrid="0">
      <p:cViewPr varScale="1">
        <p:scale>
          <a:sx n="222" d="100"/>
          <a:sy n="222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8F71-165D-77F9-962D-9072DA185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3EE9C-4D2A-A060-1192-1C09F9785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386B-A998-A91F-9BA7-2C99C473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F834D-F640-CBA2-2AC4-C1807226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FE4AC-9A30-AC02-F78C-B5F41782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846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F806-C61D-6885-1857-5442A9E7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3F7D-B352-3530-1A13-3C0687789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42A0-FBFF-9DD6-2A1E-B7861516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49196-B804-D3E6-9BC4-02AB52DB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3A36-85FC-0643-3934-F5A9ECEC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6F55-7059-AA50-1828-E620B3CC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A3A05-C282-FA7F-A87D-592A3E23B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077F3-5BF3-0D77-E383-4644878C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87CBE-0F7A-4A73-7ED2-8D6984EA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0E11B-5B7C-2163-8459-2B65534D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495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5BB9-BCB6-F058-1463-43BA44AE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B859-5CA3-EC4B-52AF-3297DD9CC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43CAE-5643-6428-637E-D3A0E96C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B6C20-5243-5D9C-339D-DF257FE7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8B713-B7BC-F5E5-3774-6DB74E800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572AD-8878-63AE-4201-8FEEFBB3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020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9219-AB2A-99AE-4EEA-182BC7E5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F949-92F3-7FCC-5A60-F14A8F4B1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5E5EB-8F23-D533-E2DE-887AFB546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FBE3B-42BB-EB84-C488-E4ED6F2B8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E16A1-9855-B521-3706-D50C38558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06A78-C60B-E46B-ED85-36131B7B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5AE8B-45EB-9E01-CAEA-A8B9C3F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9897C-F9EB-6C66-7D56-60A3124C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472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8E6D-E3CC-2E10-D7C0-1F437D668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DA930-4AA4-278D-DAC5-94F7A723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AAB31-C9B3-5E7A-A00B-1706FCE1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FD3A0-E68E-A607-2F28-F590B5E9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66943-333A-A2C7-63E3-7E304246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9C6CA-D52B-877E-C372-8C6E0262A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7ADC0-C86D-B654-3166-45ED6482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090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8DCF-502D-2CC7-BC64-6DB475A0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D749-9666-D7E9-4C40-6B9173A4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FC5B7-5A29-DD64-BE9D-2D69F5575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362E0-988E-1309-8513-99F8FB1F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7DDD1-CC34-2EC6-1F06-C938EB0B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0C82A-243F-5411-18A5-DB6B6223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285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2A17-7696-233D-967E-24379664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D955E-9EF1-14F9-2D75-4B3CD234F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5B9D3-BBD6-3C1E-1133-547704E53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4CE21-7D73-9DC0-0488-BD7E70D2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A5A4D-8D0E-3524-937E-1C54989C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BD7F1-3837-75BA-F058-29649D26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42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4E0F-182C-5252-DD9F-E3215D1E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A5269-D6C0-1190-DCAD-3A2334BFD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48829-6E82-7EE2-88B2-005E2E4A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7223-40FD-B85E-799D-E29E54B8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2B6A0-DEC9-0CEF-BC1A-D2269D0D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013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D652B-2962-A462-4F37-41DF3CB78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75C2C-56EE-A4B5-95C4-B50EC4943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581BF-A4D7-A18B-51EC-8CB73E5E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BEA0C-CE29-86B0-5A25-730448CB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0143F-41AC-0D33-56CF-A24CF03A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268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549E45-4F9F-180A-B757-BF72AD0A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90FED-E4DE-2536-0A5B-D4D839CE7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981E8-68DA-47F9-05DC-85C6B4765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91D7D-AB0C-854E-97E0-BC94A1E8DDD6}" type="datetimeFigureOut">
              <a:rPr lang="en-DE" smtClean="0"/>
              <a:t>10/19/26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8E7-80CB-C812-2BC4-3215B7D97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CB0E7-9F48-0507-E8BE-CF26970F0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89BF6-45A7-B94A-9F53-8F8060C54B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752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AD53-27DD-436D-84FE-8967797D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507">
            <a:extLst>
              <a:ext uri="{FF2B5EF4-FFF2-40B4-BE49-F238E27FC236}">
                <a16:creationId xmlns:a16="http://schemas.microsoft.com/office/drawing/2014/main" id="{5E0DA3F1-CCBA-CAE1-E153-F078EB416FBF}"/>
              </a:ext>
            </a:extLst>
          </p:cNvPr>
          <p:cNvSpPr/>
          <p:nvPr/>
        </p:nvSpPr>
        <p:spPr>
          <a:xfrm>
            <a:off x="7583726" y="2720155"/>
            <a:ext cx="93489" cy="54864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6EF486-EAEF-EBE3-9C16-9EF114C784EB}"/>
              </a:ext>
            </a:extLst>
          </p:cNvPr>
          <p:cNvSpPr/>
          <p:nvPr/>
        </p:nvSpPr>
        <p:spPr>
          <a:xfrm>
            <a:off x="6380562" y="2714018"/>
            <a:ext cx="1584000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(1.1.2)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2EF79BBC-1B34-2F84-013F-0B90ECBE9363}"/>
              </a:ext>
            </a:extLst>
          </p:cNvPr>
          <p:cNvCxnSpPr>
            <a:cxnSpLocks/>
          </p:cNvCxnSpPr>
          <p:nvPr/>
        </p:nvCxnSpPr>
        <p:spPr>
          <a:xfrm>
            <a:off x="256478" y="3827097"/>
            <a:ext cx="11352569" cy="0"/>
          </a:xfrm>
          <a:prstGeom prst="line">
            <a:avLst/>
          </a:prstGeom>
          <a:ln w="9525">
            <a:solidFill>
              <a:schemeClr val="bg1">
                <a:lumMod val="50000"/>
                <a:alpha val="49833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D34712-5A53-C263-6194-25436C5C6462}"/>
              </a:ext>
            </a:extLst>
          </p:cNvPr>
          <p:cNvSpPr/>
          <p:nvPr/>
        </p:nvSpPr>
        <p:spPr>
          <a:xfrm>
            <a:off x="4560748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ocp_viewer</a:t>
            </a:r>
            <a:b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(1.2.0)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D9D513-4A58-5774-BAE3-A95F4D258E0F}"/>
              </a:ext>
            </a:extLst>
          </p:cNvPr>
          <p:cNvSpPr/>
          <p:nvPr/>
        </p:nvSpPr>
        <p:spPr>
          <a:xfrm>
            <a:off x="1002454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jupyter_cadquery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4EE282-7360-4F55-004E-B61B6C0CED9E}"/>
              </a:ext>
            </a:extLst>
          </p:cNvPr>
          <p:cNvSpPr/>
          <p:nvPr/>
        </p:nvSpPr>
        <p:spPr>
          <a:xfrm>
            <a:off x="10024545" y="2714017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F7672A-F168-E6FA-F7A1-2B9D98A5F09F}"/>
              </a:ext>
            </a:extLst>
          </p:cNvPr>
          <p:cNvSpPr/>
          <p:nvPr/>
        </p:nvSpPr>
        <p:spPr>
          <a:xfrm>
            <a:off x="6380311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ocp_vscode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E751C4-6A0C-43CB-49B8-F9EE2E293FD5}"/>
              </a:ext>
            </a:extLst>
          </p:cNvPr>
          <p:cNvSpPr/>
          <p:nvPr/>
        </p:nvSpPr>
        <p:spPr>
          <a:xfrm>
            <a:off x="820385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build123d_studio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(0.9.0)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2E7FB3-3951-E2D1-856C-3D1A54FF8AF4}"/>
              </a:ext>
            </a:extLst>
          </p:cNvPr>
          <p:cNvSpPr/>
          <p:nvPr/>
        </p:nvSpPr>
        <p:spPr>
          <a:xfrm>
            <a:off x="914637" y="2708157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ocp-tessellate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(3.6.3)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E7EC3F-F882-91FD-2C72-7F193BAC9A44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2499139" y="2982477"/>
            <a:ext cx="3881423" cy="5861"/>
          </a:xfrm>
          <a:prstGeom prst="curvedConnector3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217A5B-EB90-9D5C-A7C5-ADE547B23917}"/>
              </a:ext>
            </a:extLst>
          </p:cNvPr>
          <p:cNvCxnSpPr>
            <a:cxnSpLocks/>
            <a:stCxn id="302" idx="4"/>
            <a:endCxn id="304" idx="4"/>
          </p:cNvCxnSpPr>
          <p:nvPr/>
        </p:nvCxnSpPr>
        <p:spPr>
          <a:xfrm rot="16200000" flipH="1">
            <a:off x="7174552" y="41469"/>
            <a:ext cx="12700" cy="3643107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E56AFB-98C0-F86D-FE43-1AFB1D18127E}"/>
              </a:ext>
            </a:extLst>
          </p:cNvPr>
          <p:cNvCxnSpPr>
            <a:cxnSpLocks/>
            <a:stCxn id="303" idx="4"/>
            <a:endCxn id="9" idx="0"/>
          </p:cNvCxnSpPr>
          <p:nvPr/>
        </p:nvCxnSpPr>
        <p:spPr>
          <a:xfrm rot="5400000">
            <a:off x="6747065" y="2288520"/>
            <a:ext cx="850995" cy="12700"/>
          </a:xfrm>
          <a:prstGeom prst="curvedConnector3">
            <a:avLst/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14B09B-C231-2AEB-9757-7711BBD34F1B}"/>
              </a:ext>
            </a:extLst>
          </p:cNvPr>
          <p:cNvCxnSpPr>
            <a:cxnSpLocks/>
            <a:stCxn id="301" idx="4"/>
            <a:endCxn id="508" idx="0"/>
          </p:cNvCxnSpPr>
          <p:nvPr/>
        </p:nvCxnSpPr>
        <p:spPr>
          <a:xfrm rot="5400000">
            <a:off x="8510376" y="965827"/>
            <a:ext cx="874424" cy="263423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7295632-69FF-8674-15BA-CB9DA85C6F51}"/>
              </a:ext>
            </a:extLst>
          </p:cNvPr>
          <p:cNvSpPr/>
          <p:nvPr/>
        </p:nvSpPr>
        <p:spPr>
          <a:xfrm>
            <a:off x="6380311" y="5867535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three-cad-viewer</a:t>
            </a:r>
            <a:b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(5.1.3)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8B1A21C-FE54-BF15-BE69-30415C3C2B03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V="1">
            <a:off x="7172562" y="5228869"/>
            <a:ext cx="0" cy="638666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EE7460F4-D5AD-AA3F-4662-5DE517C3D9A2}"/>
              </a:ext>
            </a:extLst>
          </p:cNvPr>
          <p:cNvSpPr/>
          <p:nvPr/>
        </p:nvSpPr>
        <p:spPr>
          <a:xfrm>
            <a:off x="6380311" y="4680229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77DDF08-37B1-9AD1-3F1B-C27C2B09C6B6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 rot="5400000">
            <a:off x="6810392" y="4318057"/>
            <a:ext cx="724343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1A47FE5-7C13-EBC6-C740-16AD9C94D3BE}"/>
              </a:ext>
            </a:extLst>
          </p:cNvPr>
          <p:cNvSpPr/>
          <p:nvPr/>
        </p:nvSpPr>
        <p:spPr>
          <a:xfrm>
            <a:off x="6380312" y="305393"/>
            <a:ext cx="1584501" cy="3556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D703CB4-AC37-254E-BB3A-CF98CAECB52D}"/>
              </a:ext>
            </a:extLst>
          </p:cNvPr>
          <p:cNvSpPr/>
          <p:nvPr/>
        </p:nvSpPr>
        <p:spPr>
          <a:xfrm>
            <a:off x="4560748" y="305393"/>
            <a:ext cx="1584502" cy="355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575E0AC-77C1-BA0E-8612-65178D16EE57}"/>
              </a:ext>
            </a:extLst>
          </p:cNvPr>
          <p:cNvSpPr/>
          <p:nvPr/>
        </p:nvSpPr>
        <p:spPr>
          <a:xfrm>
            <a:off x="10024545" y="305393"/>
            <a:ext cx="1584502" cy="3556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Jupyter Lab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9334661-6D3F-E5F8-4E2F-99E8D0EBC2C3}"/>
              </a:ext>
            </a:extLst>
          </p:cNvPr>
          <p:cNvSpPr/>
          <p:nvPr/>
        </p:nvSpPr>
        <p:spPr>
          <a:xfrm>
            <a:off x="8203855" y="305393"/>
            <a:ext cx="1584502" cy="3556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cxnSp>
        <p:nvCxnSpPr>
          <p:cNvPr id="253" name="Straight Connector 34">
            <a:extLst>
              <a:ext uri="{FF2B5EF4-FFF2-40B4-BE49-F238E27FC236}">
                <a16:creationId xmlns:a16="http://schemas.microsoft.com/office/drawing/2014/main" id="{5A4B30BE-446B-4593-C632-D0CED2C5A8D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816796" y="1414920"/>
            <a:ext cx="0" cy="1299097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30259E84-E692-9B5E-B6EC-C306D7640C92}"/>
              </a:ext>
            </a:extLst>
          </p:cNvPr>
          <p:cNvSpPr/>
          <p:nvPr/>
        </p:nvSpPr>
        <p:spPr>
          <a:xfrm>
            <a:off x="2080206" y="4389963"/>
            <a:ext cx="2374815" cy="2938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Page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178E3F6E-0734-5267-3EB9-3D52588E2890}"/>
              </a:ext>
            </a:extLst>
          </p:cNvPr>
          <p:cNvSpPr/>
          <p:nvPr/>
        </p:nvSpPr>
        <p:spPr>
          <a:xfrm>
            <a:off x="2080206" y="4811330"/>
            <a:ext cx="1212899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39D74BAD-8C95-5064-8A33-94D3636B93FD}"/>
              </a:ext>
            </a:extLst>
          </p:cNvPr>
          <p:cNvSpPr/>
          <p:nvPr/>
        </p:nvSpPr>
        <p:spPr>
          <a:xfrm>
            <a:off x="2080206" y="5232696"/>
            <a:ext cx="2374815" cy="293802"/>
          </a:xfrm>
          <a:prstGeom prst="round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7" name="Straight Connector 31">
            <a:extLst>
              <a:ext uri="{FF2B5EF4-FFF2-40B4-BE49-F238E27FC236}">
                <a16:creationId xmlns:a16="http://schemas.microsoft.com/office/drawing/2014/main" id="{AF53D1B8-C644-DA34-4167-6FC7B39D0B8C}"/>
              </a:ext>
            </a:extLst>
          </p:cNvPr>
          <p:cNvCxnSpPr>
            <a:cxnSpLocks/>
            <a:stCxn id="111" idx="1"/>
            <a:endCxn id="263" idx="3"/>
          </p:cNvCxnSpPr>
          <p:nvPr/>
        </p:nvCxnSpPr>
        <p:spPr>
          <a:xfrm rot="10800000">
            <a:off x="4455021" y="4536865"/>
            <a:ext cx="1925290" cy="41768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31">
            <a:extLst>
              <a:ext uri="{FF2B5EF4-FFF2-40B4-BE49-F238E27FC236}">
                <a16:creationId xmlns:a16="http://schemas.microsoft.com/office/drawing/2014/main" id="{460D50AF-4527-71FE-9B7E-0B3DB56778C0}"/>
              </a:ext>
            </a:extLst>
          </p:cNvPr>
          <p:cNvCxnSpPr>
            <a:cxnSpLocks/>
            <a:stCxn id="111" idx="1"/>
            <a:endCxn id="522" idx="3"/>
          </p:cNvCxnSpPr>
          <p:nvPr/>
        </p:nvCxnSpPr>
        <p:spPr>
          <a:xfrm rot="10800000" flipV="1">
            <a:off x="4456905" y="4954549"/>
            <a:ext cx="1923407" cy="368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31">
            <a:extLst>
              <a:ext uri="{FF2B5EF4-FFF2-40B4-BE49-F238E27FC236}">
                <a16:creationId xmlns:a16="http://schemas.microsoft.com/office/drawing/2014/main" id="{FEBEE478-F31C-FA55-111F-0242526D2329}"/>
              </a:ext>
            </a:extLst>
          </p:cNvPr>
          <p:cNvCxnSpPr>
            <a:cxnSpLocks/>
            <a:stCxn id="111" idx="1"/>
            <a:endCxn id="265" idx="3"/>
          </p:cNvCxnSpPr>
          <p:nvPr/>
        </p:nvCxnSpPr>
        <p:spPr>
          <a:xfrm rot="10800000" flipV="1">
            <a:off x="4455021" y="4954549"/>
            <a:ext cx="1925290" cy="425048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Oval 300">
            <a:extLst>
              <a:ext uri="{FF2B5EF4-FFF2-40B4-BE49-F238E27FC236}">
                <a16:creationId xmlns:a16="http://schemas.microsoft.com/office/drawing/2014/main" id="{2C1446F2-A384-654B-1984-842CD4CDA72E}"/>
              </a:ext>
            </a:extLst>
          </p:cNvPr>
          <p:cNvSpPr/>
          <p:nvPr/>
        </p:nvSpPr>
        <p:spPr>
          <a:xfrm>
            <a:off x="9776204" y="1588153"/>
            <a:ext cx="977000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253D3385-8D82-CC53-74BE-E571C14B420A}"/>
              </a:ext>
            </a:extLst>
          </p:cNvPr>
          <p:cNvSpPr/>
          <p:nvPr/>
        </p:nvSpPr>
        <p:spPr>
          <a:xfrm>
            <a:off x="4693046" y="1605445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StandaloneComms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A62E91A5-7E05-D5E6-A303-DDE9EBE6BF2D}"/>
              </a:ext>
            </a:extLst>
          </p:cNvPr>
          <p:cNvSpPr/>
          <p:nvPr/>
        </p:nvSpPr>
        <p:spPr>
          <a:xfrm>
            <a:off x="6658462" y="1605445"/>
            <a:ext cx="1028200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VSCodeComms</a:t>
            </a: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B8301665-B5DF-FD7F-21E8-D2E0980EF4F6}"/>
              </a:ext>
            </a:extLst>
          </p:cNvPr>
          <p:cNvSpPr/>
          <p:nvPr/>
        </p:nvSpPr>
        <p:spPr>
          <a:xfrm>
            <a:off x="8515463" y="1605445"/>
            <a:ext cx="96128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StudioComms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8BEA97E-1AA8-6A66-2917-3DFDC2B27FCC}"/>
              </a:ext>
            </a:extLst>
          </p:cNvPr>
          <p:cNvSpPr/>
          <p:nvPr/>
        </p:nvSpPr>
        <p:spPr>
          <a:xfrm>
            <a:off x="6782979" y="3698308"/>
            <a:ext cx="779167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*Comms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8854FDDE-6776-6C33-02BF-57A83263CEF7}"/>
              </a:ext>
            </a:extLst>
          </p:cNvPr>
          <p:cNvCxnSpPr>
            <a:cxnSpLocks/>
            <a:stCxn id="464" idx="1"/>
            <a:endCxn id="111" idx="3"/>
          </p:cNvCxnSpPr>
          <p:nvPr/>
        </p:nvCxnSpPr>
        <p:spPr>
          <a:xfrm flipH="1">
            <a:off x="7964813" y="4954549"/>
            <a:ext cx="2059732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68293F1A-FB9A-8FD0-9BC5-45BFC1DADD06}"/>
              </a:ext>
            </a:extLst>
          </p:cNvPr>
          <p:cNvSpPr/>
          <p:nvPr/>
        </p:nvSpPr>
        <p:spPr>
          <a:xfrm>
            <a:off x="10024545" y="4680229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68" name="Straight Connector 34">
            <a:extLst>
              <a:ext uri="{FF2B5EF4-FFF2-40B4-BE49-F238E27FC236}">
                <a16:creationId xmlns:a16="http://schemas.microsoft.com/office/drawing/2014/main" id="{F13A9EA6-D9F0-86B3-B2B5-94A2A4752239}"/>
              </a:ext>
            </a:extLst>
          </p:cNvPr>
          <p:cNvCxnSpPr>
            <a:cxnSpLocks/>
            <a:stCxn id="7" idx="2"/>
            <a:endCxn id="464" idx="0"/>
          </p:cNvCxnSpPr>
          <p:nvPr/>
        </p:nvCxnSpPr>
        <p:spPr>
          <a:xfrm>
            <a:off x="10816796" y="3262657"/>
            <a:ext cx="0" cy="1417572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04FDD774-5701-27F1-A8FB-0984C468F7B2}"/>
              </a:ext>
            </a:extLst>
          </p:cNvPr>
          <p:cNvSpPr/>
          <p:nvPr/>
        </p:nvSpPr>
        <p:spPr>
          <a:xfrm>
            <a:off x="10453544" y="3703422"/>
            <a:ext cx="726504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traitlets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F683550B-89FF-39D6-907C-1475F45DEB27}"/>
              </a:ext>
            </a:extLst>
          </p:cNvPr>
          <p:cNvSpPr/>
          <p:nvPr/>
        </p:nvSpPr>
        <p:spPr>
          <a:xfrm>
            <a:off x="918773" y="4390790"/>
            <a:ext cx="1266590" cy="2929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E200D43C-0277-FBF8-F4A7-02F641B59333}"/>
              </a:ext>
            </a:extLst>
          </p:cNvPr>
          <p:cNvSpPr/>
          <p:nvPr/>
        </p:nvSpPr>
        <p:spPr>
          <a:xfrm>
            <a:off x="918773" y="4811329"/>
            <a:ext cx="1266590" cy="2938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DBC9513-9023-647F-9D66-5B2326388815}"/>
              </a:ext>
            </a:extLst>
          </p:cNvPr>
          <p:cNvSpPr/>
          <p:nvPr/>
        </p:nvSpPr>
        <p:spPr>
          <a:xfrm>
            <a:off x="918773" y="5232694"/>
            <a:ext cx="1266590" cy="29380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B51D3490-71B0-1544-2ADE-1DBECC88D410}"/>
              </a:ext>
            </a:extLst>
          </p:cNvPr>
          <p:cNvSpPr txBox="1"/>
          <p:nvPr/>
        </p:nvSpPr>
        <p:spPr>
          <a:xfrm>
            <a:off x="8006859" y="2706500"/>
            <a:ext cx="1346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 (show,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 (set_defaults,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ViewerBackend (measurements)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3FB8E4E5-1F9C-40B6-BD9E-2E63F044C30F}"/>
              </a:ext>
            </a:extLst>
          </p:cNvPr>
          <p:cNvSpPr txBox="1"/>
          <p:nvPr/>
        </p:nvSpPr>
        <p:spPr>
          <a:xfrm>
            <a:off x="4765712" y="2953263"/>
            <a:ext cx="1426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tessellate objects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56303621-3497-EB12-44D2-8D289436237F}"/>
              </a:ext>
            </a:extLst>
          </p:cNvPr>
          <p:cNvSpPr txBox="1"/>
          <p:nvPr/>
        </p:nvSpPr>
        <p:spPr>
          <a:xfrm>
            <a:off x="7136975" y="5297279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BD673B27-BE9B-03A5-2305-E76CF94E8027}"/>
              </a:ext>
            </a:extLst>
          </p:cNvPr>
          <p:cNvSpPr txBox="1"/>
          <p:nvPr/>
        </p:nvSpPr>
        <p:spPr>
          <a:xfrm>
            <a:off x="7268393" y="3993922"/>
            <a:ext cx="142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109EF862-7418-17E3-5E17-F3075781D7B3}"/>
              </a:ext>
            </a:extLst>
          </p:cNvPr>
          <p:cNvCxnSpPr>
            <a:cxnSpLocks/>
            <a:stCxn id="507" idx="6"/>
            <a:endCxn id="33" idx="2"/>
          </p:cNvCxnSpPr>
          <p:nvPr/>
        </p:nvCxnSpPr>
        <p:spPr>
          <a:xfrm flipV="1">
            <a:off x="9488870" y="3262657"/>
            <a:ext cx="775834" cy="306736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8D7925D5-E87D-29A6-C863-95F6788FD743}"/>
              </a:ext>
            </a:extLst>
          </p:cNvPr>
          <p:cNvSpPr/>
          <p:nvPr/>
        </p:nvSpPr>
        <p:spPr>
          <a:xfrm>
            <a:off x="8516084" y="3440604"/>
            <a:ext cx="972786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E3D7C7ED-DE9C-AFEB-8424-2C5DDCDE2CD8}"/>
              </a:ext>
            </a:extLst>
          </p:cNvPr>
          <p:cNvSpPr/>
          <p:nvPr/>
        </p:nvSpPr>
        <p:spPr>
          <a:xfrm>
            <a:off x="3479056" y="4811330"/>
            <a:ext cx="977848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WebView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5" name="Straight Connector 31">
            <a:extLst>
              <a:ext uri="{FF2B5EF4-FFF2-40B4-BE49-F238E27FC236}">
                <a16:creationId xmlns:a16="http://schemas.microsoft.com/office/drawing/2014/main" id="{41C15611-26AE-04B4-6B04-B4362E48B85D}"/>
              </a:ext>
            </a:extLst>
          </p:cNvPr>
          <p:cNvCxnSpPr>
            <a:cxnSpLocks/>
            <a:stCxn id="264" idx="3"/>
            <a:endCxn id="522" idx="1"/>
          </p:cNvCxnSpPr>
          <p:nvPr/>
        </p:nvCxnSpPr>
        <p:spPr>
          <a:xfrm>
            <a:off x="3293105" y="4958231"/>
            <a:ext cx="185951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6" name="TextBox 555">
            <a:extLst>
              <a:ext uri="{FF2B5EF4-FFF2-40B4-BE49-F238E27FC236}">
                <a16:creationId xmlns:a16="http://schemas.microsoft.com/office/drawing/2014/main" id="{440105B0-F964-4499-9D1C-031A2F81A7F6}"/>
              </a:ext>
            </a:extLst>
          </p:cNvPr>
          <p:cNvSpPr txBox="1"/>
          <p:nvPr/>
        </p:nvSpPr>
        <p:spPr>
          <a:xfrm>
            <a:off x="9516126" y="3997224"/>
            <a:ext cx="11738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616" name="Straight Connector 501">
            <a:extLst>
              <a:ext uri="{FF2B5EF4-FFF2-40B4-BE49-F238E27FC236}">
                <a16:creationId xmlns:a16="http://schemas.microsoft.com/office/drawing/2014/main" id="{BF0A02B9-7E0A-EB90-81F8-5CCC1D457E01}"/>
              </a:ext>
            </a:extLst>
          </p:cNvPr>
          <p:cNvCxnSpPr>
            <a:cxnSpLocks/>
            <a:stCxn id="508" idx="2"/>
            <a:endCxn id="507" idx="2"/>
          </p:cNvCxnSpPr>
          <p:nvPr/>
        </p:nvCxnSpPr>
        <p:spPr>
          <a:xfrm rot="16200000" flipH="1">
            <a:off x="7922978" y="2976287"/>
            <a:ext cx="300598" cy="88561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133">
            <a:extLst>
              <a:ext uri="{FF2B5EF4-FFF2-40B4-BE49-F238E27FC236}">
                <a16:creationId xmlns:a16="http://schemas.microsoft.com/office/drawing/2014/main" id="{A136465F-2800-F216-4250-E7D34DEB6606}"/>
              </a:ext>
            </a:extLst>
          </p:cNvPr>
          <p:cNvCxnSpPr>
            <a:cxnSpLocks/>
            <a:stCxn id="9" idx="2"/>
            <a:endCxn id="110" idx="0"/>
          </p:cNvCxnSpPr>
          <p:nvPr/>
        </p:nvCxnSpPr>
        <p:spPr>
          <a:xfrm rot="16200000" flipH="1">
            <a:off x="6954737" y="3480482"/>
            <a:ext cx="43565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14">
            <a:extLst>
              <a:ext uri="{FF2B5EF4-FFF2-40B4-BE49-F238E27FC236}">
                <a16:creationId xmlns:a16="http://schemas.microsoft.com/office/drawing/2014/main" id="{C033EDEF-1F15-90EB-D28E-C213B710ADA9}"/>
              </a:ext>
            </a:extLst>
          </p:cNvPr>
          <p:cNvCxnSpPr>
            <a:cxnSpLocks/>
            <a:stCxn id="5" idx="2"/>
            <a:endCxn id="302" idx="0"/>
          </p:cNvCxnSpPr>
          <p:nvPr/>
        </p:nvCxnSpPr>
        <p:spPr>
          <a:xfrm>
            <a:off x="5352999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6" name="Straight Connector 14">
            <a:extLst>
              <a:ext uri="{FF2B5EF4-FFF2-40B4-BE49-F238E27FC236}">
                <a16:creationId xmlns:a16="http://schemas.microsoft.com/office/drawing/2014/main" id="{A8FEBEC8-6BF6-2A43-9A31-8FF06852708E}"/>
              </a:ext>
            </a:extLst>
          </p:cNvPr>
          <p:cNvCxnSpPr>
            <a:cxnSpLocks/>
            <a:stCxn id="4" idx="2"/>
            <a:endCxn id="303" idx="0"/>
          </p:cNvCxnSpPr>
          <p:nvPr/>
        </p:nvCxnSpPr>
        <p:spPr>
          <a:xfrm>
            <a:off x="7172562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9" name="Straight Connector 14">
            <a:extLst>
              <a:ext uri="{FF2B5EF4-FFF2-40B4-BE49-F238E27FC236}">
                <a16:creationId xmlns:a16="http://schemas.microsoft.com/office/drawing/2014/main" id="{6750D667-5B5E-C2F9-1491-013F7A6AF797}"/>
              </a:ext>
            </a:extLst>
          </p:cNvPr>
          <p:cNvCxnSpPr>
            <a:cxnSpLocks/>
            <a:stCxn id="8" idx="2"/>
            <a:endCxn id="304" idx="0"/>
          </p:cNvCxnSpPr>
          <p:nvPr/>
        </p:nvCxnSpPr>
        <p:spPr>
          <a:xfrm>
            <a:off x="8996106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2" name="Straight Connector 14">
            <a:extLst>
              <a:ext uri="{FF2B5EF4-FFF2-40B4-BE49-F238E27FC236}">
                <a16:creationId xmlns:a16="http://schemas.microsoft.com/office/drawing/2014/main" id="{3C7AA520-DA76-889E-B47B-7E62D8ADB34E}"/>
              </a:ext>
            </a:extLst>
          </p:cNvPr>
          <p:cNvCxnSpPr>
            <a:cxnSpLocks/>
            <a:stCxn id="32" idx="2"/>
            <a:endCxn id="301" idx="0"/>
          </p:cNvCxnSpPr>
          <p:nvPr/>
        </p:nvCxnSpPr>
        <p:spPr>
          <a:xfrm>
            <a:off x="10264704" y="1414920"/>
            <a:ext cx="0" cy="173233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312">
            <a:extLst>
              <a:ext uri="{FF2B5EF4-FFF2-40B4-BE49-F238E27FC236}">
                <a16:creationId xmlns:a16="http://schemas.microsoft.com/office/drawing/2014/main" id="{4E4A6555-07D6-2CDD-CA44-5B9BF5E2DB42}"/>
              </a:ext>
            </a:extLst>
          </p:cNvPr>
          <p:cNvCxnSpPr>
            <a:cxnSpLocks/>
            <a:stCxn id="464" idx="2"/>
            <a:endCxn id="105" idx="3"/>
          </p:cNvCxnSpPr>
          <p:nvPr/>
        </p:nvCxnSpPr>
        <p:spPr>
          <a:xfrm rot="5400000">
            <a:off x="8934312" y="4259371"/>
            <a:ext cx="912986" cy="285198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03A3E1-1B72-E205-D18F-1B424A638539}"/>
              </a:ext>
            </a:extLst>
          </p:cNvPr>
          <p:cNvSpPr txBox="1"/>
          <p:nvPr/>
        </p:nvSpPr>
        <p:spPr>
          <a:xfrm>
            <a:off x="9117488" y="5934176"/>
            <a:ext cx="952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 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BCCE43-1DA7-C86C-DBF8-396E755B6D4B}"/>
              </a:ext>
            </a:extLst>
          </p:cNvPr>
          <p:cNvSpPr txBox="1"/>
          <p:nvPr/>
        </p:nvSpPr>
        <p:spPr>
          <a:xfrm>
            <a:off x="8528575" y="4526953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217BF-D4B7-B70D-B325-32A4398002FE}"/>
              </a:ext>
            </a:extLst>
          </p:cNvPr>
          <p:cNvSpPr txBox="1"/>
          <p:nvPr/>
        </p:nvSpPr>
        <p:spPr>
          <a:xfrm>
            <a:off x="5460180" y="4949649"/>
            <a:ext cx="83708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send Viewer and Display 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E2167-1E4E-7C2F-85DB-FBB6589231F6}"/>
              </a:ext>
            </a:extLst>
          </p:cNvPr>
          <p:cNvSpPr txBox="1"/>
          <p:nvPr/>
        </p:nvSpPr>
        <p:spPr>
          <a:xfrm>
            <a:off x="6179509" y="5382513"/>
            <a:ext cx="495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Viewer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A9B9B9-E981-BE52-2741-81C2A5EA42F9}"/>
              </a:ext>
            </a:extLst>
          </p:cNvPr>
          <p:cNvCxnSpPr>
            <a:cxnSpLocks/>
          </p:cNvCxnSpPr>
          <p:nvPr/>
        </p:nvCxnSpPr>
        <p:spPr>
          <a:xfrm flipV="1">
            <a:off x="6622095" y="5228869"/>
            <a:ext cx="0" cy="638666"/>
          </a:xfrm>
          <a:prstGeom prst="line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739E5C9B-EC7E-1724-CCA5-F21F7B458789}"/>
              </a:ext>
            </a:extLst>
          </p:cNvPr>
          <p:cNvCxnSpPr>
            <a:cxnSpLocks/>
            <a:stCxn id="23" idx="1"/>
            <a:endCxn id="22" idx="2"/>
          </p:cNvCxnSpPr>
          <p:nvPr/>
        </p:nvCxnSpPr>
        <p:spPr>
          <a:xfrm rot="10800000">
            <a:off x="5878721" y="5288204"/>
            <a:ext cx="300789" cy="263587"/>
          </a:xfrm>
          <a:prstGeom prst="curved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B8CD9B2-8061-42A5-423B-7E513B342209}"/>
              </a:ext>
            </a:extLst>
          </p:cNvPr>
          <p:cNvSpPr/>
          <p:nvPr/>
        </p:nvSpPr>
        <p:spPr>
          <a:xfrm>
            <a:off x="10219248" y="1318727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91E343-B25E-5826-EC3A-C8B7ACF6292F}"/>
              </a:ext>
            </a:extLst>
          </p:cNvPr>
          <p:cNvSpPr/>
          <p:nvPr/>
        </p:nvSpPr>
        <p:spPr>
          <a:xfrm>
            <a:off x="10219248" y="3166464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818CE-B9EA-7F38-AE78-FDC1EE3A7FA4}"/>
              </a:ext>
            </a:extLst>
          </p:cNvPr>
          <p:cNvSpPr txBox="1"/>
          <p:nvPr/>
        </p:nvSpPr>
        <p:spPr>
          <a:xfrm>
            <a:off x="10757022" y="6416175"/>
            <a:ext cx="12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2026-10-15</a:t>
            </a:r>
          </a:p>
        </p:txBody>
      </p:sp>
      <p:sp>
        <p:nvSpPr>
          <p:cNvPr id="149" name="Up-down Arrow 148">
            <a:extLst>
              <a:ext uri="{FF2B5EF4-FFF2-40B4-BE49-F238E27FC236}">
                <a16:creationId xmlns:a16="http://schemas.microsoft.com/office/drawing/2014/main" id="{2B2C2F75-0AD4-B0E2-5ECA-D29A46F0F990}"/>
              </a:ext>
            </a:extLst>
          </p:cNvPr>
          <p:cNvSpPr/>
          <p:nvPr/>
        </p:nvSpPr>
        <p:spPr>
          <a:xfrm>
            <a:off x="323385" y="825190"/>
            <a:ext cx="301083" cy="2872992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Python</a:t>
            </a:r>
          </a:p>
        </p:txBody>
      </p:sp>
      <p:sp>
        <p:nvSpPr>
          <p:cNvPr id="150" name="Up-down Arrow 149">
            <a:extLst>
              <a:ext uri="{FF2B5EF4-FFF2-40B4-BE49-F238E27FC236}">
                <a16:creationId xmlns:a16="http://schemas.microsoft.com/office/drawing/2014/main" id="{52121B88-AB66-C6BF-1212-D08C899FC890}"/>
              </a:ext>
            </a:extLst>
          </p:cNvPr>
          <p:cNvSpPr/>
          <p:nvPr/>
        </p:nvSpPr>
        <p:spPr>
          <a:xfrm>
            <a:off x="325989" y="3955887"/>
            <a:ext cx="301083" cy="2460288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91652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A7344-905A-F089-1579-1CA9BCBF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507">
            <a:extLst>
              <a:ext uri="{FF2B5EF4-FFF2-40B4-BE49-F238E27FC236}">
                <a16:creationId xmlns:a16="http://schemas.microsoft.com/office/drawing/2014/main" id="{4BC77233-77DF-67D2-87A8-7F7C1CBED496}"/>
              </a:ext>
            </a:extLst>
          </p:cNvPr>
          <p:cNvSpPr/>
          <p:nvPr/>
        </p:nvSpPr>
        <p:spPr>
          <a:xfrm>
            <a:off x="7583726" y="2720155"/>
            <a:ext cx="93489" cy="54864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92F33D-70EB-1E9F-CB39-4E3160F794F3}"/>
              </a:ext>
            </a:extLst>
          </p:cNvPr>
          <p:cNvSpPr/>
          <p:nvPr/>
        </p:nvSpPr>
        <p:spPr>
          <a:xfrm>
            <a:off x="6380562" y="2714018"/>
            <a:ext cx="1584000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(1.1.2)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114D401C-00DC-94E7-2209-D67BF3FC917B}"/>
              </a:ext>
            </a:extLst>
          </p:cNvPr>
          <p:cNvCxnSpPr>
            <a:cxnSpLocks/>
          </p:cNvCxnSpPr>
          <p:nvPr/>
        </p:nvCxnSpPr>
        <p:spPr>
          <a:xfrm>
            <a:off x="256478" y="3827097"/>
            <a:ext cx="11352569" cy="0"/>
          </a:xfrm>
          <a:prstGeom prst="line">
            <a:avLst/>
          </a:prstGeom>
          <a:ln w="9525">
            <a:solidFill>
              <a:schemeClr val="bg1">
                <a:lumMod val="50000"/>
                <a:alpha val="49833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EDC9CD-F7D6-8559-CB93-DC4F781CB6CF}"/>
              </a:ext>
            </a:extLst>
          </p:cNvPr>
          <p:cNvSpPr/>
          <p:nvPr/>
        </p:nvSpPr>
        <p:spPr>
          <a:xfrm>
            <a:off x="4560748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ocp_viewer</a:t>
            </a:r>
            <a:b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(1.2.0)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9FA9D1-CF37-D871-EE81-9E548014822F}"/>
              </a:ext>
            </a:extLst>
          </p:cNvPr>
          <p:cNvSpPr/>
          <p:nvPr/>
        </p:nvSpPr>
        <p:spPr>
          <a:xfrm>
            <a:off x="1002454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jupyter_cadquery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D2CC43-DD36-57B0-CB24-9367AF4C7EDD}"/>
              </a:ext>
            </a:extLst>
          </p:cNvPr>
          <p:cNvSpPr/>
          <p:nvPr/>
        </p:nvSpPr>
        <p:spPr>
          <a:xfrm>
            <a:off x="10024545" y="2714017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9A8DA2-1A76-0E13-B8FD-03B6D6372F72}"/>
              </a:ext>
            </a:extLst>
          </p:cNvPr>
          <p:cNvSpPr/>
          <p:nvPr/>
        </p:nvSpPr>
        <p:spPr>
          <a:xfrm>
            <a:off x="6380311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ocp_vscode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FF085F-04AF-3D0A-B619-30C0702E1F76}"/>
              </a:ext>
            </a:extLst>
          </p:cNvPr>
          <p:cNvSpPr/>
          <p:nvPr/>
        </p:nvSpPr>
        <p:spPr>
          <a:xfrm>
            <a:off x="820385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build123d_studio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(0.9.0)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7A3F785-55A2-C012-7BE0-C4AA8928F453}"/>
              </a:ext>
            </a:extLst>
          </p:cNvPr>
          <p:cNvSpPr/>
          <p:nvPr/>
        </p:nvSpPr>
        <p:spPr>
          <a:xfrm>
            <a:off x="914637" y="2708157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ocp-tessellate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(3.6.3)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622F4-3A99-C6E3-5C95-A2837E4244D8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2499139" y="2982477"/>
            <a:ext cx="3881423" cy="5861"/>
          </a:xfrm>
          <a:prstGeom prst="curvedConnector3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C28533-C213-35DC-C219-3209D713D2F1}"/>
              </a:ext>
            </a:extLst>
          </p:cNvPr>
          <p:cNvCxnSpPr>
            <a:cxnSpLocks/>
            <a:stCxn id="302" idx="4"/>
            <a:endCxn id="304" idx="4"/>
          </p:cNvCxnSpPr>
          <p:nvPr/>
        </p:nvCxnSpPr>
        <p:spPr>
          <a:xfrm rot="16200000" flipH="1">
            <a:off x="7174552" y="41469"/>
            <a:ext cx="12700" cy="3643107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579CC3-8E35-5FC9-9C91-C1B65B7EBBA9}"/>
              </a:ext>
            </a:extLst>
          </p:cNvPr>
          <p:cNvCxnSpPr>
            <a:cxnSpLocks/>
            <a:stCxn id="303" idx="4"/>
            <a:endCxn id="9" idx="0"/>
          </p:cNvCxnSpPr>
          <p:nvPr/>
        </p:nvCxnSpPr>
        <p:spPr>
          <a:xfrm rot="5400000">
            <a:off x="6747065" y="2288520"/>
            <a:ext cx="850995" cy="12700"/>
          </a:xfrm>
          <a:prstGeom prst="curvedConnector3">
            <a:avLst/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289ABFA-644C-3F05-3D17-A246348618CA}"/>
              </a:ext>
            </a:extLst>
          </p:cNvPr>
          <p:cNvCxnSpPr>
            <a:cxnSpLocks/>
            <a:stCxn id="301" idx="4"/>
            <a:endCxn id="508" idx="0"/>
          </p:cNvCxnSpPr>
          <p:nvPr/>
        </p:nvCxnSpPr>
        <p:spPr>
          <a:xfrm rot="5400000">
            <a:off x="8510376" y="965827"/>
            <a:ext cx="874424" cy="263423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3F243A47-162C-24FA-AF60-CD39B84AFF1F}"/>
              </a:ext>
            </a:extLst>
          </p:cNvPr>
          <p:cNvSpPr/>
          <p:nvPr/>
        </p:nvSpPr>
        <p:spPr>
          <a:xfrm>
            <a:off x="6380311" y="5867535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three-cad-viewer</a:t>
            </a:r>
            <a:b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(5.1.3)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1CC70DC-E8A5-E3D0-C667-B0F9CADBB5CD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V="1">
            <a:off x="7172562" y="5228869"/>
            <a:ext cx="0" cy="638666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0648B99-BF9D-9980-DCAE-03038154A640}"/>
              </a:ext>
            </a:extLst>
          </p:cNvPr>
          <p:cNvSpPr/>
          <p:nvPr/>
        </p:nvSpPr>
        <p:spPr>
          <a:xfrm>
            <a:off x="6380311" y="4680229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632D264-EAC6-1DDD-021A-39663FC8759E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 rot="5400000">
            <a:off x="6810392" y="4318057"/>
            <a:ext cx="724343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881DD11-BCA3-4F2A-6EE8-E3EF85D5E464}"/>
              </a:ext>
            </a:extLst>
          </p:cNvPr>
          <p:cNvSpPr/>
          <p:nvPr/>
        </p:nvSpPr>
        <p:spPr>
          <a:xfrm>
            <a:off x="6380312" y="305393"/>
            <a:ext cx="1584501" cy="3556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292D2867-22F4-E5E0-597F-75CC30FB3D6B}"/>
              </a:ext>
            </a:extLst>
          </p:cNvPr>
          <p:cNvSpPr/>
          <p:nvPr/>
        </p:nvSpPr>
        <p:spPr>
          <a:xfrm>
            <a:off x="4560748" y="305393"/>
            <a:ext cx="1584502" cy="355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096CB19-7534-0210-4349-2C2035B1ED90}"/>
              </a:ext>
            </a:extLst>
          </p:cNvPr>
          <p:cNvSpPr/>
          <p:nvPr/>
        </p:nvSpPr>
        <p:spPr>
          <a:xfrm>
            <a:off x="10024545" y="305393"/>
            <a:ext cx="1584502" cy="3556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Jupyter Lab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DAF2B9D-BEAA-9353-F05E-5FB1BEF9A610}"/>
              </a:ext>
            </a:extLst>
          </p:cNvPr>
          <p:cNvSpPr/>
          <p:nvPr/>
        </p:nvSpPr>
        <p:spPr>
          <a:xfrm>
            <a:off x="8203855" y="305393"/>
            <a:ext cx="1584502" cy="3556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cxnSp>
        <p:nvCxnSpPr>
          <p:cNvPr id="253" name="Straight Connector 34">
            <a:extLst>
              <a:ext uri="{FF2B5EF4-FFF2-40B4-BE49-F238E27FC236}">
                <a16:creationId xmlns:a16="http://schemas.microsoft.com/office/drawing/2014/main" id="{D6C871ED-EDB0-464E-2865-8F9FB225DBB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816796" y="1414920"/>
            <a:ext cx="0" cy="1299097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5E008136-8E17-03F4-EED5-688BC5876755}"/>
              </a:ext>
            </a:extLst>
          </p:cNvPr>
          <p:cNvSpPr/>
          <p:nvPr/>
        </p:nvSpPr>
        <p:spPr>
          <a:xfrm>
            <a:off x="2080206" y="4590685"/>
            <a:ext cx="2374815" cy="2938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Page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389ED9D8-EF6B-7C4A-C9F2-779E5AB55DA0}"/>
              </a:ext>
            </a:extLst>
          </p:cNvPr>
          <p:cNvSpPr/>
          <p:nvPr/>
        </p:nvSpPr>
        <p:spPr>
          <a:xfrm>
            <a:off x="2080206" y="5012052"/>
            <a:ext cx="1212899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7CD93137-EE33-7560-3D77-0F8AB426C038}"/>
              </a:ext>
            </a:extLst>
          </p:cNvPr>
          <p:cNvSpPr/>
          <p:nvPr/>
        </p:nvSpPr>
        <p:spPr>
          <a:xfrm>
            <a:off x="2080206" y="5433418"/>
            <a:ext cx="2374815" cy="293802"/>
          </a:xfrm>
          <a:prstGeom prst="round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7" name="Straight Connector 31">
            <a:extLst>
              <a:ext uri="{FF2B5EF4-FFF2-40B4-BE49-F238E27FC236}">
                <a16:creationId xmlns:a16="http://schemas.microsoft.com/office/drawing/2014/main" id="{012EE80B-B8C1-D3C9-2452-10E833A7A043}"/>
              </a:ext>
            </a:extLst>
          </p:cNvPr>
          <p:cNvCxnSpPr>
            <a:cxnSpLocks/>
            <a:stCxn id="111" idx="1"/>
            <a:endCxn id="263" idx="3"/>
          </p:cNvCxnSpPr>
          <p:nvPr/>
        </p:nvCxnSpPr>
        <p:spPr>
          <a:xfrm rot="10800000">
            <a:off x="4455021" y="4737587"/>
            <a:ext cx="1925290" cy="21696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31">
            <a:extLst>
              <a:ext uri="{FF2B5EF4-FFF2-40B4-BE49-F238E27FC236}">
                <a16:creationId xmlns:a16="http://schemas.microsoft.com/office/drawing/2014/main" id="{557B6279-71E6-0A6E-D50E-04CEB4266C46}"/>
              </a:ext>
            </a:extLst>
          </p:cNvPr>
          <p:cNvCxnSpPr>
            <a:cxnSpLocks/>
            <a:stCxn id="111" idx="1"/>
            <a:endCxn id="522" idx="3"/>
          </p:cNvCxnSpPr>
          <p:nvPr/>
        </p:nvCxnSpPr>
        <p:spPr>
          <a:xfrm rot="10800000" flipV="1">
            <a:off x="4456905" y="4954549"/>
            <a:ext cx="1923407" cy="20440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31">
            <a:extLst>
              <a:ext uri="{FF2B5EF4-FFF2-40B4-BE49-F238E27FC236}">
                <a16:creationId xmlns:a16="http://schemas.microsoft.com/office/drawing/2014/main" id="{76490FF5-1716-2B95-A0F5-8B325573C763}"/>
              </a:ext>
            </a:extLst>
          </p:cNvPr>
          <p:cNvCxnSpPr>
            <a:cxnSpLocks/>
            <a:stCxn id="111" idx="1"/>
            <a:endCxn id="265" idx="3"/>
          </p:cNvCxnSpPr>
          <p:nvPr/>
        </p:nvCxnSpPr>
        <p:spPr>
          <a:xfrm rot="10800000" flipV="1">
            <a:off x="4455021" y="4954549"/>
            <a:ext cx="1925290" cy="625770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Oval 300">
            <a:extLst>
              <a:ext uri="{FF2B5EF4-FFF2-40B4-BE49-F238E27FC236}">
                <a16:creationId xmlns:a16="http://schemas.microsoft.com/office/drawing/2014/main" id="{36577B05-9CF4-0047-B5A9-DF498D7F60F8}"/>
              </a:ext>
            </a:extLst>
          </p:cNvPr>
          <p:cNvSpPr/>
          <p:nvPr/>
        </p:nvSpPr>
        <p:spPr>
          <a:xfrm>
            <a:off x="9776204" y="1588153"/>
            <a:ext cx="977000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9CE8E261-D3F5-8517-82E2-D0947AFACCB2}"/>
              </a:ext>
            </a:extLst>
          </p:cNvPr>
          <p:cNvSpPr/>
          <p:nvPr/>
        </p:nvSpPr>
        <p:spPr>
          <a:xfrm>
            <a:off x="4693046" y="1605445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StandaloneComms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242D8C95-BDB2-9D02-A7BE-53E3DC879AA4}"/>
              </a:ext>
            </a:extLst>
          </p:cNvPr>
          <p:cNvSpPr/>
          <p:nvPr/>
        </p:nvSpPr>
        <p:spPr>
          <a:xfrm>
            <a:off x="6658462" y="1605445"/>
            <a:ext cx="1028200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VSCodeComms</a:t>
            </a: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5CB760B6-6A2F-B7A9-089B-5E7680082F07}"/>
              </a:ext>
            </a:extLst>
          </p:cNvPr>
          <p:cNvSpPr/>
          <p:nvPr/>
        </p:nvSpPr>
        <p:spPr>
          <a:xfrm>
            <a:off x="8515463" y="1605445"/>
            <a:ext cx="96128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StudioComms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F4FF311-2B21-1116-77FB-59C3ADBB92D1}"/>
              </a:ext>
            </a:extLst>
          </p:cNvPr>
          <p:cNvSpPr/>
          <p:nvPr/>
        </p:nvSpPr>
        <p:spPr>
          <a:xfrm>
            <a:off x="6782979" y="3698308"/>
            <a:ext cx="779167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*Comms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9EEF931-3B4C-2D44-A85D-52FC7D49538D}"/>
              </a:ext>
            </a:extLst>
          </p:cNvPr>
          <p:cNvCxnSpPr>
            <a:cxnSpLocks/>
            <a:stCxn id="464" idx="1"/>
            <a:endCxn id="111" idx="3"/>
          </p:cNvCxnSpPr>
          <p:nvPr/>
        </p:nvCxnSpPr>
        <p:spPr>
          <a:xfrm flipH="1">
            <a:off x="7964813" y="4954549"/>
            <a:ext cx="2059732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27C9C1FB-CF24-79A3-C82B-4F511666FCB8}"/>
              </a:ext>
            </a:extLst>
          </p:cNvPr>
          <p:cNvSpPr/>
          <p:nvPr/>
        </p:nvSpPr>
        <p:spPr>
          <a:xfrm>
            <a:off x="10024545" y="4680229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68" name="Straight Connector 34">
            <a:extLst>
              <a:ext uri="{FF2B5EF4-FFF2-40B4-BE49-F238E27FC236}">
                <a16:creationId xmlns:a16="http://schemas.microsoft.com/office/drawing/2014/main" id="{903A95DD-D1A3-79FF-7A12-85235EC0277B}"/>
              </a:ext>
            </a:extLst>
          </p:cNvPr>
          <p:cNvCxnSpPr>
            <a:cxnSpLocks/>
            <a:stCxn id="7" idx="2"/>
            <a:endCxn id="464" idx="0"/>
          </p:cNvCxnSpPr>
          <p:nvPr/>
        </p:nvCxnSpPr>
        <p:spPr>
          <a:xfrm>
            <a:off x="10816796" y="3262657"/>
            <a:ext cx="0" cy="1417572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2063FDC5-9D38-CB3D-9042-C7ACB45316FD}"/>
              </a:ext>
            </a:extLst>
          </p:cNvPr>
          <p:cNvSpPr/>
          <p:nvPr/>
        </p:nvSpPr>
        <p:spPr>
          <a:xfrm>
            <a:off x="10453544" y="3703422"/>
            <a:ext cx="726504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traitlets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1B4EC92-F18D-5368-30B4-FD8A74C5BD99}"/>
              </a:ext>
            </a:extLst>
          </p:cNvPr>
          <p:cNvSpPr/>
          <p:nvPr/>
        </p:nvSpPr>
        <p:spPr>
          <a:xfrm>
            <a:off x="918773" y="4591512"/>
            <a:ext cx="1266590" cy="2929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696FA9D-5FE3-6442-90D8-DC76EB9DCA62}"/>
              </a:ext>
            </a:extLst>
          </p:cNvPr>
          <p:cNvSpPr/>
          <p:nvPr/>
        </p:nvSpPr>
        <p:spPr>
          <a:xfrm>
            <a:off x="918773" y="5012051"/>
            <a:ext cx="1266590" cy="2938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35AE3DD-2567-B65B-478C-7253A9831212}"/>
              </a:ext>
            </a:extLst>
          </p:cNvPr>
          <p:cNvSpPr/>
          <p:nvPr/>
        </p:nvSpPr>
        <p:spPr>
          <a:xfrm>
            <a:off x="918773" y="5433416"/>
            <a:ext cx="1266590" cy="29380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D6BB2897-E023-75FE-8619-3E5431F414D8}"/>
              </a:ext>
            </a:extLst>
          </p:cNvPr>
          <p:cNvSpPr txBox="1"/>
          <p:nvPr/>
        </p:nvSpPr>
        <p:spPr>
          <a:xfrm>
            <a:off x="8006859" y="2706500"/>
            <a:ext cx="1346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 (show,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 (set_defaults,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ViewerBackend (measurements)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D40017D3-0C00-50A9-775F-C26B3F4FF8C7}"/>
              </a:ext>
            </a:extLst>
          </p:cNvPr>
          <p:cNvSpPr txBox="1"/>
          <p:nvPr/>
        </p:nvSpPr>
        <p:spPr>
          <a:xfrm>
            <a:off x="4765712" y="2953263"/>
            <a:ext cx="1426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tessellate objects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DAA5A511-4745-D6E9-4417-BC505558F6F3}"/>
              </a:ext>
            </a:extLst>
          </p:cNvPr>
          <p:cNvSpPr txBox="1"/>
          <p:nvPr/>
        </p:nvSpPr>
        <p:spPr>
          <a:xfrm>
            <a:off x="7136975" y="5297279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BCBBA184-95D8-2CE7-2688-032617668072}"/>
              </a:ext>
            </a:extLst>
          </p:cNvPr>
          <p:cNvSpPr txBox="1"/>
          <p:nvPr/>
        </p:nvSpPr>
        <p:spPr>
          <a:xfrm>
            <a:off x="7268393" y="3993922"/>
            <a:ext cx="142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0BFABFCD-22AE-EB24-77B6-CD61B67F142F}"/>
              </a:ext>
            </a:extLst>
          </p:cNvPr>
          <p:cNvCxnSpPr>
            <a:cxnSpLocks/>
            <a:stCxn id="507" idx="6"/>
            <a:endCxn id="33" idx="2"/>
          </p:cNvCxnSpPr>
          <p:nvPr/>
        </p:nvCxnSpPr>
        <p:spPr>
          <a:xfrm flipV="1">
            <a:off x="9488870" y="3262657"/>
            <a:ext cx="775834" cy="306736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3E5607F1-A361-20A9-9A39-25AA6692D37B}"/>
              </a:ext>
            </a:extLst>
          </p:cNvPr>
          <p:cNvSpPr/>
          <p:nvPr/>
        </p:nvSpPr>
        <p:spPr>
          <a:xfrm>
            <a:off x="8516084" y="3440604"/>
            <a:ext cx="972786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39887191-A54A-64C5-A05D-CE867A834F30}"/>
              </a:ext>
            </a:extLst>
          </p:cNvPr>
          <p:cNvSpPr/>
          <p:nvPr/>
        </p:nvSpPr>
        <p:spPr>
          <a:xfrm>
            <a:off x="3479056" y="5012052"/>
            <a:ext cx="977848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WebView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5" name="Straight Connector 31">
            <a:extLst>
              <a:ext uri="{FF2B5EF4-FFF2-40B4-BE49-F238E27FC236}">
                <a16:creationId xmlns:a16="http://schemas.microsoft.com/office/drawing/2014/main" id="{2716B222-6149-871B-5D45-D42277C7E508}"/>
              </a:ext>
            </a:extLst>
          </p:cNvPr>
          <p:cNvCxnSpPr>
            <a:cxnSpLocks/>
            <a:stCxn id="264" idx="3"/>
            <a:endCxn id="522" idx="1"/>
          </p:cNvCxnSpPr>
          <p:nvPr/>
        </p:nvCxnSpPr>
        <p:spPr>
          <a:xfrm>
            <a:off x="3293105" y="5158953"/>
            <a:ext cx="185951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6" name="TextBox 555">
            <a:extLst>
              <a:ext uri="{FF2B5EF4-FFF2-40B4-BE49-F238E27FC236}">
                <a16:creationId xmlns:a16="http://schemas.microsoft.com/office/drawing/2014/main" id="{C7360839-06EC-8E63-956E-FDC51E6917C6}"/>
              </a:ext>
            </a:extLst>
          </p:cNvPr>
          <p:cNvSpPr txBox="1"/>
          <p:nvPr/>
        </p:nvSpPr>
        <p:spPr>
          <a:xfrm>
            <a:off x="9516126" y="3997224"/>
            <a:ext cx="11738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616" name="Straight Connector 501">
            <a:extLst>
              <a:ext uri="{FF2B5EF4-FFF2-40B4-BE49-F238E27FC236}">
                <a16:creationId xmlns:a16="http://schemas.microsoft.com/office/drawing/2014/main" id="{87EC52B7-F4D9-42EC-0A37-4102B3F575F2}"/>
              </a:ext>
            </a:extLst>
          </p:cNvPr>
          <p:cNvCxnSpPr>
            <a:cxnSpLocks/>
            <a:stCxn id="508" idx="2"/>
            <a:endCxn id="507" idx="2"/>
          </p:cNvCxnSpPr>
          <p:nvPr/>
        </p:nvCxnSpPr>
        <p:spPr>
          <a:xfrm rot="16200000" flipH="1">
            <a:off x="7922978" y="2976287"/>
            <a:ext cx="300598" cy="88561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133">
            <a:extLst>
              <a:ext uri="{FF2B5EF4-FFF2-40B4-BE49-F238E27FC236}">
                <a16:creationId xmlns:a16="http://schemas.microsoft.com/office/drawing/2014/main" id="{BF2C513C-6AF6-8515-CB79-8C7C040DE697}"/>
              </a:ext>
            </a:extLst>
          </p:cNvPr>
          <p:cNvCxnSpPr>
            <a:cxnSpLocks/>
            <a:stCxn id="9" idx="2"/>
            <a:endCxn id="110" idx="0"/>
          </p:cNvCxnSpPr>
          <p:nvPr/>
        </p:nvCxnSpPr>
        <p:spPr>
          <a:xfrm rot="16200000" flipH="1">
            <a:off x="6954737" y="3480482"/>
            <a:ext cx="43565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14">
            <a:extLst>
              <a:ext uri="{FF2B5EF4-FFF2-40B4-BE49-F238E27FC236}">
                <a16:creationId xmlns:a16="http://schemas.microsoft.com/office/drawing/2014/main" id="{59EF117D-8484-C3A1-8720-B8E912366C50}"/>
              </a:ext>
            </a:extLst>
          </p:cNvPr>
          <p:cNvCxnSpPr>
            <a:cxnSpLocks/>
            <a:stCxn id="5" idx="2"/>
            <a:endCxn id="302" idx="0"/>
          </p:cNvCxnSpPr>
          <p:nvPr/>
        </p:nvCxnSpPr>
        <p:spPr>
          <a:xfrm>
            <a:off x="5352999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6" name="Straight Connector 14">
            <a:extLst>
              <a:ext uri="{FF2B5EF4-FFF2-40B4-BE49-F238E27FC236}">
                <a16:creationId xmlns:a16="http://schemas.microsoft.com/office/drawing/2014/main" id="{47CB27D5-06C9-9744-3591-7138D25D0713}"/>
              </a:ext>
            </a:extLst>
          </p:cNvPr>
          <p:cNvCxnSpPr>
            <a:cxnSpLocks/>
            <a:stCxn id="4" idx="2"/>
            <a:endCxn id="303" idx="0"/>
          </p:cNvCxnSpPr>
          <p:nvPr/>
        </p:nvCxnSpPr>
        <p:spPr>
          <a:xfrm>
            <a:off x="7172562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9" name="Straight Connector 14">
            <a:extLst>
              <a:ext uri="{FF2B5EF4-FFF2-40B4-BE49-F238E27FC236}">
                <a16:creationId xmlns:a16="http://schemas.microsoft.com/office/drawing/2014/main" id="{69057111-FA60-D570-EFA8-507A566C4FEA}"/>
              </a:ext>
            </a:extLst>
          </p:cNvPr>
          <p:cNvCxnSpPr>
            <a:cxnSpLocks/>
            <a:stCxn id="8" idx="2"/>
            <a:endCxn id="304" idx="0"/>
          </p:cNvCxnSpPr>
          <p:nvPr/>
        </p:nvCxnSpPr>
        <p:spPr>
          <a:xfrm>
            <a:off x="8996106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2" name="Straight Connector 14">
            <a:extLst>
              <a:ext uri="{FF2B5EF4-FFF2-40B4-BE49-F238E27FC236}">
                <a16:creationId xmlns:a16="http://schemas.microsoft.com/office/drawing/2014/main" id="{D4E9971F-C322-EB4D-6484-57369161C597}"/>
              </a:ext>
            </a:extLst>
          </p:cNvPr>
          <p:cNvCxnSpPr>
            <a:cxnSpLocks/>
            <a:stCxn id="32" idx="2"/>
            <a:endCxn id="301" idx="0"/>
          </p:cNvCxnSpPr>
          <p:nvPr/>
        </p:nvCxnSpPr>
        <p:spPr>
          <a:xfrm>
            <a:off x="10264704" y="1414920"/>
            <a:ext cx="0" cy="173233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312">
            <a:extLst>
              <a:ext uri="{FF2B5EF4-FFF2-40B4-BE49-F238E27FC236}">
                <a16:creationId xmlns:a16="http://schemas.microsoft.com/office/drawing/2014/main" id="{E8E76A60-5C5C-8088-30E1-DECA387AF74A}"/>
              </a:ext>
            </a:extLst>
          </p:cNvPr>
          <p:cNvCxnSpPr>
            <a:cxnSpLocks/>
            <a:stCxn id="464" idx="2"/>
            <a:endCxn id="105" idx="3"/>
          </p:cNvCxnSpPr>
          <p:nvPr/>
        </p:nvCxnSpPr>
        <p:spPr>
          <a:xfrm rot="5400000">
            <a:off x="8934312" y="4259371"/>
            <a:ext cx="912986" cy="285198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A1E0200-1FAB-838A-CE59-6D003B6DE4E5}"/>
              </a:ext>
            </a:extLst>
          </p:cNvPr>
          <p:cNvSpPr txBox="1"/>
          <p:nvPr/>
        </p:nvSpPr>
        <p:spPr>
          <a:xfrm>
            <a:off x="9117488" y="5934176"/>
            <a:ext cx="952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 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0918C-5C66-7D4A-E273-48E7A47E1453}"/>
              </a:ext>
            </a:extLst>
          </p:cNvPr>
          <p:cNvSpPr txBox="1"/>
          <p:nvPr/>
        </p:nvSpPr>
        <p:spPr>
          <a:xfrm>
            <a:off x="8528575" y="4526953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9A5088-FBAA-E840-3F69-1B3DDBAB79D6}"/>
              </a:ext>
            </a:extLst>
          </p:cNvPr>
          <p:cNvSpPr txBox="1"/>
          <p:nvPr/>
        </p:nvSpPr>
        <p:spPr>
          <a:xfrm>
            <a:off x="5460180" y="4949649"/>
            <a:ext cx="83708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send Viewer and Display 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A6DDD2-C8BE-7D8B-8876-C8B5963D2B5F}"/>
              </a:ext>
            </a:extLst>
          </p:cNvPr>
          <p:cNvSpPr txBox="1"/>
          <p:nvPr/>
        </p:nvSpPr>
        <p:spPr>
          <a:xfrm>
            <a:off x="6179509" y="5382513"/>
            <a:ext cx="495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Viewer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07AF90-9C00-BBA4-CEAF-F75DA82706CA}"/>
              </a:ext>
            </a:extLst>
          </p:cNvPr>
          <p:cNvCxnSpPr>
            <a:cxnSpLocks/>
          </p:cNvCxnSpPr>
          <p:nvPr/>
        </p:nvCxnSpPr>
        <p:spPr>
          <a:xfrm flipV="1">
            <a:off x="6622095" y="5228869"/>
            <a:ext cx="0" cy="638666"/>
          </a:xfrm>
          <a:prstGeom prst="line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83F34548-F8C1-742A-710F-76B2656B68B7}"/>
              </a:ext>
            </a:extLst>
          </p:cNvPr>
          <p:cNvCxnSpPr>
            <a:cxnSpLocks/>
            <a:stCxn id="23" idx="1"/>
            <a:endCxn id="22" idx="2"/>
          </p:cNvCxnSpPr>
          <p:nvPr/>
        </p:nvCxnSpPr>
        <p:spPr>
          <a:xfrm rot="10800000">
            <a:off x="5878721" y="5288204"/>
            <a:ext cx="300789" cy="263587"/>
          </a:xfrm>
          <a:prstGeom prst="curved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902C085-6F90-F3DF-336C-6D613E821B4C}"/>
              </a:ext>
            </a:extLst>
          </p:cNvPr>
          <p:cNvSpPr/>
          <p:nvPr/>
        </p:nvSpPr>
        <p:spPr>
          <a:xfrm>
            <a:off x="10219248" y="1318727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3CB596-5719-2A74-1E13-F24A430A4E07}"/>
              </a:ext>
            </a:extLst>
          </p:cNvPr>
          <p:cNvSpPr/>
          <p:nvPr/>
        </p:nvSpPr>
        <p:spPr>
          <a:xfrm>
            <a:off x="10219248" y="3166464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E07C9-C032-849C-B117-734710EDBE8B}"/>
              </a:ext>
            </a:extLst>
          </p:cNvPr>
          <p:cNvSpPr txBox="1"/>
          <p:nvPr/>
        </p:nvSpPr>
        <p:spPr>
          <a:xfrm>
            <a:off x="10757022" y="6416175"/>
            <a:ext cx="12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2026-10-19</a:t>
            </a:r>
            <a:endParaRPr lang="en-US" dirty="0"/>
          </a:p>
        </p:txBody>
      </p: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40F14A14-EC6F-9AA1-30CE-87F2668351C4}"/>
              </a:ext>
            </a:extLst>
          </p:cNvPr>
          <p:cNvSpPr/>
          <p:nvPr/>
        </p:nvSpPr>
        <p:spPr>
          <a:xfrm>
            <a:off x="2703731" y="866280"/>
            <a:ext cx="1584502" cy="548640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tcv_screenshots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(1.0.0)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3" name="Straight Connector 14">
            <a:extLst>
              <a:ext uri="{FF2B5EF4-FFF2-40B4-BE49-F238E27FC236}">
                <a16:creationId xmlns:a16="http://schemas.microsoft.com/office/drawing/2014/main" id="{CDB3947E-6D84-A545-A030-7C3A3D88E531}"/>
              </a:ext>
            </a:extLst>
          </p:cNvPr>
          <p:cNvCxnSpPr>
            <a:cxnSpLocks/>
            <a:stCxn id="454" idx="4"/>
            <a:endCxn id="9" idx="0"/>
          </p:cNvCxnSpPr>
          <p:nvPr/>
        </p:nvCxnSpPr>
        <p:spPr>
          <a:xfrm rot="16200000" flipH="1">
            <a:off x="4908082" y="449538"/>
            <a:ext cx="852380" cy="3676580"/>
          </a:xfrm>
          <a:prstGeom prst="bentConnector3">
            <a:avLst>
              <a:gd name="adj1" fmla="val 39534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4" name="Oval 453">
            <a:extLst>
              <a:ext uri="{FF2B5EF4-FFF2-40B4-BE49-F238E27FC236}">
                <a16:creationId xmlns:a16="http://schemas.microsoft.com/office/drawing/2014/main" id="{6B46A196-8D61-7914-C0A5-DCFF07972DA4}"/>
              </a:ext>
            </a:extLst>
          </p:cNvPr>
          <p:cNvSpPr/>
          <p:nvPr/>
        </p:nvSpPr>
        <p:spPr>
          <a:xfrm>
            <a:off x="2836029" y="1604060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ScreenshotComms</a:t>
            </a:r>
          </a:p>
        </p:txBody>
      </p:sp>
      <p:cxnSp>
        <p:nvCxnSpPr>
          <p:cNvPr id="455" name="Straight Connector 14">
            <a:extLst>
              <a:ext uri="{FF2B5EF4-FFF2-40B4-BE49-F238E27FC236}">
                <a16:creationId xmlns:a16="http://schemas.microsoft.com/office/drawing/2014/main" id="{D2F9FB3B-6F48-DB4E-4186-01FF918919B0}"/>
              </a:ext>
            </a:extLst>
          </p:cNvPr>
          <p:cNvCxnSpPr>
            <a:cxnSpLocks/>
            <a:stCxn id="448" idx="2"/>
            <a:endCxn id="454" idx="0"/>
          </p:cNvCxnSpPr>
          <p:nvPr/>
        </p:nvCxnSpPr>
        <p:spPr>
          <a:xfrm>
            <a:off x="3495982" y="1414920"/>
            <a:ext cx="0" cy="189140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3" name="Rectangle 522">
            <a:extLst>
              <a:ext uri="{FF2B5EF4-FFF2-40B4-BE49-F238E27FC236}">
                <a16:creationId xmlns:a16="http://schemas.microsoft.com/office/drawing/2014/main" id="{E412B3B1-60B6-2404-72B1-C98B4C4E8B7A}"/>
              </a:ext>
            </a:extLst>
          </p:cNvPr>
          <p:cNvSpPr/>
          <p:nvPr/>
        </p:nvSpPr>
        <p:spPr>
          <a:xfrm>
            <a:off x="2703731" y="300559"/>
            <a:ext cx="1584502" cy="3556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Screenshots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49" name="Up-down Arrow 148">
            <a:extLst>
              <a:ext uri="{FF2B5EF4-FFF2-40B4-BE49-F238E27FC236}">
                <a16:creationId xmlns:a16="http://schemas.microsoft.com/office/drawing/2014/main" id="{44A6617B-2195-313D-9B7B-317244E4F557}"/>
              </a:ext>
            </a:extLst>
          </p:cNvPr>
          <p:cNvSpPr/>
          <p:nvPr/>
        </p:nvSpPr>
        <p:spPr>
          <a:xfrm>
            <a:off x="323385" y="825190"/>
            <a:ext cx="301083" cy="2872992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Python</a:t>
            </a:r>
          </a:p>
        </p:txBody>
      </p:sp>
      <p:sp>
        <p:nvSpPr>
          <p:cNvPr id="150" name="Up-down Arrow 149">
            <a:extLst>
              <a:ext uri="{FF2B5EF4-FFF2-40B4-BE49-F238E27FC236}">
                <a16:creationId xmlns:a16="http://schemas.microsoft.com/office/drawing/2014/main" id="{60B8D870-FB13-0E49-AEAF-8C1A689747F3}"/>
              </a:ext>
            </a:extLst>
          </p:cNvPr>
          <p:cNvSpPr/>
          <p:nvPr/>
        </p:nvSpPr>
        <p:spPr>
          <a:xfrm>
            <a:off x="325989" y="3955887"/>
            <a:ext cx="301083" cy="2460288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JavaScript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980157BF-B16A-BE6C-13EB-AFAFCE58144F}"/>
              </a:ext>
            </a:extLst>
          </p:cNvPr>
          <p:cNvSpPr/>
          <p:nvPr/>
        </p:nvSpPr>
        <p:spPr>
          <a:xfrm>
            <a:off x="2080206" y="4169320"/>
            <a:ext cx="2374815" cy="293802"/>
          </a:xfrm>
          <a:prstGeom prst="round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View (headless)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565E7ED-9C85-5838-10AB-4A44B6BA7F10}"/>
              </a:ext>
            </a:extLst>
          </p:cNvPr>
          <p:cNvSpPr/>
          <p:nvPr/>
        </p:nvSpPr>
        <p:spPr>
          <a:xfrm>
            <a:off x="918773" y="4169319"/>
            <a:ext cx="1266590" cy="2938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Screenshots</a:t>
            </a:r>
          </a:p>
        </p:txBody>
      </p:sp>
      <p:cxnSp>
        <p:nvCxnSpPr>
          <p:cNvPr id="162" name="Straight Connector 31">
            <a:extLst>
              <a:ext uri="{FF2B5EF4-FFF2-40B4-BE49-F238E27FC236}">
                <a16:creationId xmlns:a16="http://schemas.microsoft.com/office/drawing/2014/main" id="{9B8247DF-2E3A-1195-51AF-17A414B5E26C}"/>
              </a:ext>
            </a:extLst>
          </p:cNvPr>
          <p:cNvCxnSpPr>
            <a:cxnSpLocks/>
            <a:stCxn id="111" idx="1"/>
            <a:endCxn id="160" idx="3"/>
          </p:cNvCxnSpPr>
          <p:nvPr/>
        </p:nvCxnSpPr>
        <p:spPr>
          <a:xfrm rot="10800000">
            <a:off x="4455021" y="4316221"/>
            <a:ext cx="1925290" cy="638328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9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4640-E0DA-1A2C-F69A-1EFA3224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EE7902-DCA0-CFE0-A892-BF932FFD0A7B}"/>
              </a:ext>
            </a:extLst>
          </p:cNvPr>
          <p:cNvSpPr/>
          <p:nvPr/>
        </p:nvSpPr>
        <p:spPr>
          <a:xfrm>
            <a:off x="862179" y="86766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ocp_mcp_server</a:t>
            </a:r>
            <a:b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(1.0.0)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45B68428-30EB-89DD-5651-7229546B1957}"/>
              </a:ext>
            </a:extLst>
          </p:cNvPr>
          <p:cNvSpPr/>
          <p:nvPr/>
        </p:nvSpPr>
        <p:spPr>
          <a:xfrm>
            <a:off x="7583726" y="2720155"/>
            <a:ext cx="93489" cy="54864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DE92E4-9181-9EB8-61C2-03B156FBA483}"/>
              </a:ext>
            </a:extLst>
          </p:cNvPr>
          <p:cNvSpPr/>
          <p:nvPr/>
        </p:nvSpPr>
        <p:spPr>
          <a:xfrm>
            <a:off x="6380562" y="2714018"/>
            <a:ext cx="1584000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(1.1.2)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0276A0D6-83DB-EF57-7D06-399E484E6764}"/>
              </a:ext>
            </a:extLst>
          </p:cNvPr>
          <p:cNvCxnSpPr>
            <a:cxnSpLocks/>
          </p:cNvCxnSpPr>
          <p:nvPr/>
        </p:nvCxnSpPr>
        <p:spPr>
          <a:xfrm>
            <a:off x="256478" y="3827097"/>
            <a:ext cx="11352569" cy="0"/>
          </a:xfrm>
          <a:prstGeom prst="line">
            <a:avLst/>
          </a:prstGeom>
          <a:ln w="9525">
            <a:solidFill>
              <a:schemeClr val="bg1">
                <a:lumMod val="50000"/>
                <a:alpha val="49833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9332F3-D8A6-E7E9-65AA-EB82E0A33F4F}"/>
              </a:ext>
            </a:extLst>
          </p:cNvPr>
          <p:cNvSpPr/>
          <p:nvPr/>
        </p:nvSpPr>
        <p:spPr>
          <a:xfrm>
            <a:off x="4560748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ocp_viewer</a:t>
            </a:r>
            <a:b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(1.2.0)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605E17-0356-50A5-82BB-A7CED6B47484}"/>
              </a:ext>
            </a:extLst>
          </p:cNvPr>
          <p:cNvSpPr/>
          <p:nvPr/>
        </p:nvSpPr>
        <p:spPr>
          <a:xfrm>
            <a:off x="1002454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jupyter_cadquery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7F84B2-1279-FFE8-E0E1-CB905C9DE2A9}"/>
              </a:ext>
            </a:extLst>
          </p:cNvPr>
          <p:cNvSpPr/>
          <p:nvPr/>
        </p:nvSpPr>
        <p:spPr>
          <a:xfrm>
            <a:off x="10024545" y="2714017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002E5A-938A-70A1-C6B8-C7B97A610600}"/>
              </a:ext>
            </a:extLst>
          </p:cNvPr>
          <p:cNvSpPr/>
          <p:nvPr/>
        </p:nvSpPr>
        <p:spPr>
          <a:xfrm>
            <a:off x="6380311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ocp_vscode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DED4EDF-B623-64D7-D87F-3E8526B0B890}"/>
              </a:ext>
            </a:extLst>
          </p:cNvPr>
          <p:cNvSpPr/>
          <p:nvPr/>
        </p:nvSpPr>
        <p:spPr>
          <a:xfrm>
            <a:off x="8203855" y="866280"/>
            <a:ext cx="1584502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build123d_studio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(0.9.0)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FB464F-2D4F-E5B8-5BE6-7839507E11D7}"/>
              </a:ext>
            </a:extLst>
          </p:cNvPr>
          <p:cNvSpPr/>
          <p:nvPr/>
        </p:nvSpPr>
        <p:spPr>
          <a:xfrm>
            <a:off x="914637" y="2708157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ocp-tessellate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(3.6.3)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45AC39-FC56-022A-B42F-95EEDB33694F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2499139" y="2982477"/>
            <a:ext cx="3881423" cy="5861"/>
          </a:xfrm>
          <a:prstGeom prst="curvedConnector3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264B3B-D356-EDDC-8D93-7CBB91528914}"/>
              </a:ext>
            </a:extLst>
          </p:cNvPr>
          <p:cNvCxnSpPr>
            <a:cxnSpLocks/>
            <a:stCxn id="302" idx="4"/>
            <a:endCxn id="304" idx="4"/>
          </p:cNvCxnSpPr>
          <p:nvPr/>
        </p:nvCxnSpPr>
        <p:spPr>
          <a:xfrm rot="16200000" flipH="1">
            <a:off x="7174552" y="41469"/>
            <a:ext cx="12700" cy="3643107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7DC0A5-49FD-B69E-E4BE-464CAD310D74}"/>
              </a:ext>
            </a:extLst>
          </p:cNvPr>
          <p:cNvCxnSpPr>
            <a:cxnSpLocks/>
            <a:stCxn id="303" idx="4"/>
            <a:endCxn id="9" idx="0"/>
          </p:cNvCxnSpPr>
          <p:nvPr/>
        </p:nvCxnSpPr>
        <p:spPr>
          <a:xfrm rot="5400000">
            <a:off x="6747065" y="2288520"/>
            <a:ext cx="850995" cy="12700"/>
          </a:xfrm>
          <a:prstGeom prst="curvedConnector3">
            <a:avLst/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DA4D4D-E731-ECA0-2AEC-E1E7F215763A}"/>
              </a:ext>
            </a:extLst>
          </p:cNvPr>
          <p:cNvCxnSpPr>
            <a:cxnSpLocks/>
            <a:stCxn id="301" idx="4"/>
            <a:endCxn id="508" idx="0"/>
          </p:cNvCxnSpPr>
          <p:nvPr/>
        </p:nvCxnSpPr>
        <p:spPr>
          <a:xfrm rot="5400000">
            <a:off x="8510376" y="965827"/>
            <a:ext cx="874424" cy="263423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8215D12E-8C21-D516-6698-A49E61B9FA9A}"/>
              </a:ext>
            </a:extLst>
          </p:cNvPr>
          <p:cNvSpPr/>
          <p:nvPr/>
        </p:nvSpPr>
        <p:spPr>
          <a:xfrm>
            <a:off x="6380311" y="5867535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three-cad-viewer</a:t>
            </a:r>
            <a:b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(5.1.3)</a:t>
            </a:r>
            <a:endParaRPr lang="en-DE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6B65A87-67AE-7FE3-9587-3E65FE77F3D2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V="1">
            <a:off x="7172562" y="5228869"/>
            <a:ext cx="0" cy="638666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8653E4F7-2C79-75E2-EEED-7C6515CD5509}"/>
              </a:ext>
            </a:extLst>
          </p:cNvPr>
          <p:cNvSpPr/>
          <p:nvPr/>
        </p:nvSpPr>
        <p:spPr>
          <a:xfrm>
            <a:off x="6380311" y="4680229"/>
            <a:ext cx="1584502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8DB7CDC-13BB-CD49-050E-E884B34A240E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 rot="5400000">
            <a:off x="6810392" y="4318057"/>
            <a:ext cx="724343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5BDC421-C40C-CCCF-043C-27F629ADAF6D}"/>
              </a:ext>
            </a:extLst>
          </p:cNvPr>
          <p:cNvSpPr/>
          <p:nvPr/>
        </p:nvSpPr>
        <p:spPr>
          <a:xfrm>
            <a:off x="6380312" y="305393"/>
            <a:ext cx="1584501" cy="3556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B5E54AF-C674-4C5D-3BFE-A6AF6732B8F0}"/>
              </a:ext>
            </a:extLst>
          </p:cNvPr>
          <p:cNvSpPr/>
          <p:nvPr/>
        </p:nvSpPr>
        <p:spPr>
          <a:xfrm>
            <a:off x="4560748" y="305393"/>
            <a:ext cx="1584502" cy="355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F993D85-EB90-A24C-D5A5-6E41D2EE11E7}"/>
              </a:ext>
            </a:extLst>
          </p:cNvPr>
          <p:cNvSpPr/>
          <p:nvPr/>
        </p:nvSpPr>
        <p:spPr>
          <a:xfrm>
            <a:off x="10024545" y="305393"/>
            <a:ext cx="1584502" cy="3556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Jupyter Lab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FCFA43A1-4AF7-BB25-5470-45EB9B44535A}"/>
              </a:ext>
            </a:extLst>
          </p:cNvPr>
          <p:cNvSpPr/>
          <p:nvPr/>
        </p:nvSpPr>
        <p:spPr>
          <a:xfrm>
            <a:off x="8203855" y="305393"/>
            <a:ext cx="1584502" cy="3556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cxnSp>
        <p:nvCxnSpPr>
          <p:cNvPr id="253" name="Straight Connector 34">
            <a:extLst>
              <a:ext uri="{FF2B5EF4-FFF2-40B4-BE49-F238E27FC236}">
                <a16:creationId xmlns:a16="http://schemas.microsoft.com/office/drawing/2014/main" id="{A188799F-DFCE-A39E-2783-B26CAFC16BB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816796" y="1414920"/>
            <a:ext cx="0" cy="1299097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46FA5560-3F9D-40AA-2AE7-76B01B9C5A0C}"/>
              </a:ext>
            </a:extLst>
          </p:cNvPr>
          <p:cNvSpPr/>
          <p:nvPr/>
        </p:nvSpPr>
        <p:spPr>
          <a:xfrm>
            <a:off x="2080206" y="4808133"/>
            <a:ext cx="2374815" cy="2938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Page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245D51E9-EC34-15BC-38E9-752BE885DC1D}"/>
              </a:ext>
            </a:extLst>
          </p:cNvPr>
          <p:cNvSpPr/>
          <p:nvPr/>
        </p:nvSpPr>
        <p:spPr>
          <a:xfrm>
            <a:off x="2080206" y="5229500"/>
            <a:ext cx="1212899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EE48ECD4-4B80-6264-DA39-4582294A4993}"/>
              </a:ext>
            </a:extLst>
          </p:cNvPr>
          <p:cNvSpPr/>
          <p:nvPr/>
        </p:nvSpPr>
        <p:spPr>
          <a:xfrm>
            <a:off x="2080206" y="5650866"/>
            <a:ext cx="2374815" cy="293802"/>
          </a:xfrm>
          <a:prstGeom prst="round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7" name="Straight Connector 31">
            <a:extLst>
              <a:ext uri="{FF2B5EF4-FFF2-40B4-BE49-F238E27FC236}">
                <a16:creationId xmlns:a16="http://schemas.microsoft.com/office/drawing/2014/main" id="{8F42E981-1A2F-B9A1-805B-91204BB0C348}"/>
              </a:ext>
            </a:extLst>
          </p:cNvPr>
          <p:cNvCxnSpPr>
            <a:cxnSpLocks/>
            <a:stCxn id="111" idx="1"/>
            <a:endCxn id="263" idx="3"/>
          </p:cNvCxnSpPr>
          <p:nvPr/>
        </p:nvCxnSpPr>
        <p:spPr>
          <a:xfrm rot="10800000" flipV="1">
            <a:off x="4455021" y="4954548"/>
            <a:ext cx="1925290" cy="48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31">
            <a:extLst>
              <a:ext uri="{FF2B5EF4-FFF2-40B4-BE49-F238E27FC236}">
                <a16:creationId xmlns:a16="http://schemas.microsoft.com/office/drawing/2014/main" id="{08FDE585-3C76-4FF5-9D60-C212C950B425}"/>
              </a:ext>
            </a:extLst>
          </p:cNvPr>
          <p:cNvCxnSpPr>
            <a:cxnSpLocks/>
            <a:stCxn id="111" idx="1"/>
            <a:endCxn id="522" idx="3"/>
          </p:cNvCxnSpPr>
          <p:nvPr/>
        </p:nvCxnSpPr>
        <p:spPr>
          <a:xfrm rot="10800000" flipV="1">
            <a:off x="4456905" y="4954549"/>
            <a:ext cx="1923407" cy="42185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31">
            <a:extLst>
              <a:ext uri="{FF2B5EF4-FFF2-40B4-BE49-F238E27FC236}">
                <a16:creationId xmlns:a16="http://schemas.microsoft.com/office/drawing/2014/main" id="{F905DDB7-0C3A-2918-DBC1-EC7C7A6D8B77}"/>
              </a:ext>
            </a:extLst>
          </p:cNvPr>
          <p:cNvCxnSpPr>
            <a:cxnSpLocks/>
            <a:stCxn id="111" idx="1"/>
            <a:endCxn id="265" idx="3"/>
          </p:cNvCxnSpPr>
          <p:nvPr/>
        </p:nvCxnSpPr>
        <p:spPr>
          <a:xfrm rot="10800000" flipV="1">
            <a:off x="4455021" y="4954549"/>
            <a:ext cx="1925290" cy="843218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Oval 300">
            <a:extLst>
              <a:ext uri="{FF2B5EF4-FFF2-40B4-BE49-F238E27FC236}">
                <a16:creationId xmlns:a16="http://schemas.microsoft.com/office/drawing/2014/main" id="{F1E73C44-2DEB-7391-FC87-D61A98624B66}"/>
              </a:ext>
            </a:extLst>
          </p:cNvPr>
          <p:cNvSpPr/>
          <p:nvPr/>
        </p:nvSpPr>
        <p:spPr>
          <a:xfrm>
            <a:off x="9776204" y="1588153"/>
            <a:ext cx="977000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06853EA1-4172-4082-5495-25F394F6A012}"/>
              </a:ext>
            </a:extLst>
          </p:cNvPr>
          <p:cNvSpPr/>
          <p:nvPr/>
        </p:nvSpPr>
        <p:spPr>
          <a:xfrm>
            <a:off x="4693046" y="1605445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StandaloneComms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9610467F-EFF8-01A0-AA14-4C2BEC88968A}"/>
              </a:ext>
            </a:extLst>
          </p:cNvPr>
          <p:cNvSpPr/>
          <p:nvPr/>
        </p:nvSpPr>
        <p:spPr>
          <a:xfrm>
            <a:off x="6658462" y="1605445"/>
            <a:ext cx="1028200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VSCodeComms</a:t>
            </a: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11E4A589-688B-D721-EAEA-EB5E42A3377A}"/>
              </a:ext>
            </a:extLst>
          </p:cNvPr>
          <p:cNvSpPr/>
          <p:nvPr/>
        </p:nvSpPr>
        <p:spPr>
          <a:xfrm>
            <a:off x="8515463" y="1605445"/>
            <a:ext cx="96128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StudioComms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8DE8888-DE37-46E7-D168-D7A537FF9637}"/>
              </a:ext>
            </a:extLst>
          </p:cNvPr>
          <p:cNvSpPr/>
          <p:nvPr/>
        </p:nvSpPr>
        <p:spPr>
          <a:xfrm>
            <a:off x="6782979" y="3698308"/>
            <a:ext cx="779167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*Comms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246C2C33-59FA-0E04-B674-DD386F2EF521}"/>
              </a:ext>
            </a:extLst>
          </p:cNvPr>
          <p:cNvCxnSpPr>
            <a:cxnSpLocks/>
            <a:stCxn id="464" idx="1"/>
            <a:endCxn id="111" idx="3"/>
          </p:cNvCxnSpPr>
          <p:nvPr/>
        </p:nvCxnSpPr>
        <p:spPr>
          <a:xfrm flipH="1">
            <a:off x="7964813" y="4954549"/>
            <a:ext cx="2059732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DBB72D4A-03C6-589B-9B29-E94A6E88AACD}"/>
              </a:ext>
            </a:extLst>
          </p:cNvPr>
          <p:cNvSpPr/>
          <p:nvPr/>
        </p:nvSpPr>
        <p:spPr>
          <a:xfrm>
            <a:off x="10024545" y="4680229"/>
            <a:ext cx="1584502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68" name="Straight Connector 34">
            <a:extLst>
              <a:ext uri="{FF2B5EF4-FFF2-40B4-BE49-F238E27FC236}">
                <a16:creationId xmlns:a16="http://schemas.microsoft.com/office/drawing/2014/main" id="{C0909FA8-A24A-B094-309A-85ED26A0C132}"/>
              </a:ext>
            </a:extLst>
          </p:cNvPr>
          <p:cNvCxnSpPr>
            <a:cxnSpLocks/>
            <a:stCxn id="7" idx="2"/>
            <a:endCxn id="464" idx="0"/>
          </p:cNvCxnSpPr>
          <p:nvPr/>
        </p:nvCxnSpPr>
        <p:spPr>
          <a:xfrm>
            <a:off x="10816796" y="3262657"/>
            <a:ext cx="0" cy="1417572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C265BC51-8423-BFD0-B2E3-CA380578319F}"/>
              </a:ext>
            </a:extLst>
          </p:cNvPr>
          <p:cNvSpPr/>
          <p:nvPr/>
        </p:nvSpPr>
        <p:spPr>
          <a:xfrm>
            <a:off x="10453544" y="3703422"/>
            <a:ext cx="726504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traitlets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C763829-31EF-16C1-3213-2E8F35E113C3}"/>
              </a:ext>
            </a:extLst>
          </p:cNvPr>
          <p:cNvSpPr/>
          <p:nvPr/>
        </p:nvSpPr>
        <p:spPr>
          <a:xfrm>
            <a:off x="918773" y="4808960"/>
            <a:ext cx="1266590" cy="2929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D9A174A-EB97-31A7-E258-EBA0658E3B58}"/>
              </a:ext>
            </a:extLst>
          </p:cNvPr>
          <p:cNvSpPr/>
          <p:nvPr/>
        </p:nvSpPr>
        <p:spPr>
          <a:xfrm>
            <a:off x="918773" y="5229499"/>
            <a:ext cx="1266590" cy="2938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C6BB2D4-C75F-4B67-36AD-E5CD403A3239}"/>
              </a:ext>
            </a:extLst>
          </p:cNvPr>
          <p:cNvSpPr/>
          <p:nvPr/>
        </p:nvSpPr>
        <p:spPr>
          <a:xfrm>
            <a:off x="918773" y="5650864"/>
            <a:ext cx="1266590" cy="29380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CB7E4E0E-17D6-66E5-BDEC-488BA310C76F}"/>
              </a:ext>
            </a:extLst>
          </p:cNvPr>
          <p:cNvSpPr txBox="1"/>
          <p:nvPr/>
        </p:nvSpPr>
        <p:spPr>
          <a:xfrm>
            <a:off x="8006859" y="2706500"/>
            <a:ext cx="1346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 (show,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 (set_defaults,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ViewerBackend (measurements)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63DDE66A-2F7C-2068-10F3-1EE5A3490474}"/>
              </a:ext>
            </a:extLst>
          </p:cNvPr>
          <p:cNvSpPr txBox="1"/>
          <p:nvPr/>
        </p:nvSpPr>
        <p:spPr>
          <a:xfrm>
            <a:off x="4765712" y="2953263"/>
            <a:ext cx="1426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tessellate objects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D27087-F6A0-DAAF-5695-2ACE4D0D6BDB}"/>
              </a:ext>
            </a:extLst>
          </p:cNvPr>
          <p:cNvSpPr txBox="1"/>
          <p:nvPr/>
        </p:nvSpPr>
        <p:spPr>
          <a:xfrm>
            <a:off x="7136975" y="5297279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7AF1634-D7E9-D056-F4FB-F83FF7E4728F}"/>
              </a:ext>
            </a:extLst>
          </p:cNvPr>
          <p:cNvSpPr txBox="1"/>
          <p:nvPr/>
        </p:nvSpPr>
        <p:spPr>
          <a:xfrm>
            <a:off x="7268393" y="3993922"/>
            <a:ext cx="142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18B1F4F6-CE1E-AC19-63A2-E78C9AACCB2F}"/>
              </a:ext>
            </a:extLst>
          </p:cNvPr>
          <p:cNvCxnSpPr>
            <a:cxnSpLocks/>
            <a:stCxn id="507" idx="6"/>
            <a:endCxn id="33" idx="2"/>
          </p:cNvCxnSpPr>
          <p:nvPr/>
        </p:nvCxnSpPr>
        <p:spPr>
          <a:xfrm flipV="1">
            <a:off x="9488870" y="3262657"/>
            <a:ext cx="775834" cy="306736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A2D0FA8D-885F-6DB0-D060-01013D72A792}"/>
              </a:ext>
            </a:extLst>
          </p:cNvPr>
          <p:cNvSpPr/>
          <p:nvPr/>
        </p:nvSpPr>
        <p:spPr>
          <a:xfrm>
            <a:off x="8516084" y="3440604"/>
            <a:ext cx="972786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9DFFD551-B6BF-D119-8371-34FE093E29A8}"/>
              </a:ext>
            </a:extLst>
          </p:cNvPr>
          <p:cNvSpPr/>
          <p:nvPr/>
        </p:nvSpPr>
        <p:spPr>
          <a:xfrm>
            <a:off x="3479056" y="5229500"/>
            <a:ext cx="977848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WebView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5" name="Straight Connector 31">
            <a:extLst>
              <a:ext uri="{FF2B5EF4-FFF2-40B4-BE49-F238E27FC236}">
                <a16:creationId xmlns:a16="http://schemas.microsoft.com/office/drawing/2014/main" id="{C9CF5C1F-010F-EE84-7AED-0EECFE573770}"/>
              </a:ext>
            </a:extLst>
          </p:cNvPr>
          <p:cNvCxnSpPr>
            <a:cxnSpLocks/>
            <a:stCxn id="264" idx="3"/>
            <a:endCxn id="522" idx="1"/>
          </p:cNvCxnSpPr>
          <p:nvPr/>
        </p:nvCxnSpPr>
        <p:spPr>
          <a:xfrm>
            <a:off x="3293105" y="5376401"/>
            <a:ext cx="185951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6" name="TextBox 555">
            <a:extLst>
              <a:ext uri="{FF2B5EF4-FFF2-40B4-BE49-F238E27FC236}">
                <a16:creationId xmlns:a16="http://schemas.microsoft.com/office/drawing/2014/main" id="{5A8CF40D-DE00-5E46-B7A6-F98399E4A969}"/>
              </a:ext>
            </a:extLst>
          </p:cNvPr>
          <p:cNvSpPr txBox="1"/>
          <p:nvPr/>
        </p:nvSpPr>
        <p:spPr>
          <a:xfrm>
            <a:off x="9516126" y="3997224"/>
            <a:ext cx="11738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616" name="Straight Connector 501">
            <a:extLst>
              <a:ext uri="{FF2B5EF4-FFF2-40B4-BE49-F238E27FC236}">
                <a16:creationId xmlns:a16="http://schemas.microsoft.com/office/drawing/2014/main" id="{624E0A58-4317-2F39-BFB8-509B6D3D5EBC}"/>
              </a:ext>
            </a:extLst>
          </p:cNvPr>
          <p:cNvCxnSpPr>
            <a:cxnSpLocks/>
            <a:stCxn id="508" idx="2"/>
            <a:endCxn id="507" idx="2"/>
          </p:cNvCxnSpPr>
          <p:nvPr/>
        </p:nvCxnSpPr>
        <p:spPr>
          <a:xfrm rot="16200000" flipH="1">
            <a:off x="7922978" y="2976287"/>
            <a:ext cx="300598" cy="88561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133">
            <a:extLst>
              <a:ext uri="{FF2B5EF4-FFF2-40B4-BE49-F238E27FC236}">
                <a16:creationId xmlns:a16="http://schemas.microsoft.com/office/drawing/2014/main" id="{A74CE4EF-6E2A-807D-905F-CD0A930AD9E4}"/>
              </a:ext>
            </a:extLst>
          </p:cNvPr>
          <p:cNvCxnSpPr>
            <a:cxnSpLocks/>
            <a:stCxn id="9" idx="2"/>
            <a:endCxn id="110" idx="0"/>
          </p:cNvCxnSpPr>
          <p:nvPr/>
        </p:nvCxnSpPr>
        <p:spPr>
          <a:xfrm rot="16200000" flipH="1">
            <a:off x="6954737" y="3480482"/>
            <a:ext cx="43565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14">
            <a:extLst>
              <a:ext uri="{FF2B5EF4-FFF2-40B4-BE49-F238E27FC236}">
                <a16:creationId xmlns:a16="http://schemas.microsoft.com/office/drawing/2014/main" id="{375075E2-7752-648A-492F-45AA3F69F0FC}"/>
              </a:ext>
            </a:extLst>
          </p:cNvPr>
          <p:cNvCxnSpPr>
            <a:cxnSpLocks/>
            <a:stCxn id="5" idx="2"/>
            <a:endCxn id="302" idx="0"/>
          </p:cNvCxnSpPr>
          <p:nvPr/>
        </p:nvCxnSpPr>
        <p:spPr>
          <a:xfrm>
            <a:off x="5352999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6" name="Straight Connector 14">
            <a:extLst>
              <a:ext uri="{FF2B5EF4-FFF2-40B4-BE49-F238E27FC236}">
                <a16:creationId xmlns:a16="http://schemas.microsoft.com/office/drawing/2014/main" id="{9C955A56-4B6D-7E08-6E91-ED1AE49C92BB}"/>
              </a:ext>
            </a:extLst>
          </p:cNvPr>
          <p:cNvCxnSpPr>
            <a:cxnSpLocks/>
            <a:stCxn id="4" idx="2"/>
            <a:endCxn id="303" idx="0"/>
          </p:cNvCxnSpPr>
          <p:nvPr/>
        </p:nvCxnSpPr>
        <p:spPr>
          <a:xfrm>
            <a:off x="7172562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9" name="Straight Connector 14">
            <a:extLst>
              <a:ext uri="{FF2B5EF4-FFF2-40B4-BE49-F238E27FC236}">
                <a16:creationId xmlns:a16="http://schemas.microsoft.com/office/drawing/2014/main" id="{0515179D-4357-0A12-31CD-121C40D167C0}"/>
              </a:ext>
            </a:extLst>
          </p:cNvPr>
          <p:cNvCxnSpPr>
            <a:cxnSpLocks/>
            <a:stCxn id="8" idx="2"/>
            <a:endCxn id="304" idx="0"/>
          </p:cNvCxnSpPr>
          <p:nvPr/>
        </p:nvCxnSpPr>
        <p:spPr>
          <a:xfrm>
            <a:off x="8996106" y="141492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2" name="Straight Connector 14">
            <a:extLst>
              <a:ext uri="{FF2B5EF4-FFF2-40B4-BE49-F238E27FC236}">
                <a16:creationId xmlns:a16="http://schemas.microsoft.com/office/drawing/2014/main" id="{D52BAE9B-F944-6C43-4998-0D7B054D2F67}"/>
              </a:ext>
            </a:extLst>
          </p:cNvPr>
          <p:cNvCxnSpPr>
            <a:cxnSpLocks/>
            <a:stCxn id="32" idx="2"/>
            <a:endCxn id="301" idx="0"/>
          </p:cNvCxnSpPr>
          <p:nvPr/>
        </p:nvCxnSpPr>
        <p:spPr>
          <a:xfrm>
            <a:off x="10264704" y="1414920"/>
            <a:ext cx="0" cy="173233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312">
            <a:extLst>
              <a:ext uri="{FF2B5EF4-FFF2-40B4-BE49-F238E27FC236}">
                <a16:creationId xmlns:a16="http://schemas.microsoft.com/office/drawing/2014/main" id="{4C140E50-A802-EB01-11F9-3A299E4C4561}"/>
              </a:ext>
            </a:extLst>
          </p:cNvPr>
          <p:cNvCxnSpPr>
            <a:cxnSpLocks/>
            <a:stCxn id="464" idx="2"/>
            <a:endCxn id="105" idx="3"/>
          </p:cNvCxnSpPr>
          <p:nvPr/>
        </p:nvCxnSpPr>
        <p:spPr>
          <a:xfrm rot="5400000">
            <a:off x="8934312" y="4259371"/>
            <a:ext cx="912986" cy="2851983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E1F38B-ADB6-A4AD-B7FE-93CACA73ABD6}"/>
              </a:ext>
            </a:extLst>
          </p:cNvPr>
          <p:cNvSpPr txBox="1"/>
          <p:nvPr/>
        </p:nvSpPr>
        <p:spPr>
          <a:xfrm>
            <a:off x="9117488" y="5934176"/>
            <a:ext cx="952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 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DC839D-14F6-56FD-158E-0777D2C89D19}"/>
              </a:ext>
            </a:extLst>
          </p:cNvPr>
          <p:cNvSpPr txBox="1"/>
          <p:nvPr/>
        </p:nvSpPr>
        <p:spPr>
          <a:xfrm>
            <a:off x="8528575" y="4526953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903E7-556D-861D-94C0-733A37086B52}"/>
              </a:ext>
            </a:extLst>
          </p:cNvPr>
          <p:cNvSpPr txBox="1"/>
          <p:nvPr/>
        </p:nvSpPr>
        <p:spPr>
          <a:xfrm>
            <a:off x="5460180" y="4949649"/>
            <a:ext cx="83708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send Viewer and Display 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863DD-64AB-9EA5-2D87-CEEAF5168CE0}"/>
              </a:ext>
            </a:extLst>
          </p:cNvPr>
          <p:cNvSpPr txBox="1"/>
          <p:nvPr/>
        </p:nvSpPr>
        <p:spPr>
          <a:xfrm>
            <a:off x="6179509" y="5382513"/>
            <a:ext cx="495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Viewer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F9F164-DCB1-94FC-8E3B-C23BFFFBCBB0}"/>
              </a:ext>
            </a:extLst>
          </p:cNvPr>
          <p:cNvCxnSpPr>
            <a:cxnSpLocks/>
          </p:cNvCxnSpPr>
          <p:nvPr/>
        </p:nvCxnSpPr>
        <p:spPr>
          <a:xfrm flipV="1">
            <a:off x="6622095" y="5228869"/>
            <a:ext cx="0" cy="638666"/>
          </a:xfrm>
          <a:prstGeom prst="line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9B6E96DE-A834-BB3F-73CE-42256A81DB58}"/>
              </a:ext>
            </a:extLst>
          </p:cNvPr>
          <p:cNvCxnSpPr>
            <a:cxnSpLocks/>
            <a:stCxn id="23" idx="1"/>
            <a:endCxn id="22" idx="2"/>
          </p:cNvCxnSpPr>
          <p:nvPr/>
        </p:nvCxnSpPr>
        <p:spPr>
          <a:xfrm rot="10800000">
            <a:off x="5878721" y="5288204"/>
            <a:ext cx="300789" cy="263587"/>
          </a:xfrm>
          <a:prstGeom prst="curved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44173F8-7876-CCE8-554C-791305EE1A2B}"/>
              </a:ext>
            </a:extLst>
          </p:cNvPr>
          <p:cNvSpPr/>
          <p:nvPr/>
        </p:nvSpPr>
        <p:spPr>
          <a:xfrm>
            <a:off x="10219248" y="1318727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1FCD90-A43A-BC53-C06F-0B4B944F6DB6}"/>
              </a:ext>
            </a:extLst>
          </p:cNvPr>
          <p:cNvSpPr/>
          <p:nvPr/>
        </p:nvSpPr>
        <p:spPr>
          <a:xfrm>
            <a:off x="10219248" y="3166464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308F5-80E1-01D9-B47E-DEE858787E0C}"/>
              </a:ext>
            </a:extLst>
          </p:cNvPr>
          <p:cNvSpPr txBox="1"/>
          <p:nvPr/>
        </p:nvSpPr>
        <p:spPr>
          <a:xfrm>
            <a:off x="10757022" y="6416175"/>
            <a:ext cx="133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2026-XX-XX</a:t>
            </a:r>
          </a:p>
        </p:txBody>
      </p:sp>
      <p:cxnSp>
        <p:nvCxnSpPr>
          <p:cNvPr id="3" name="Straight Connector 14">
            <a:extLst>
              <a:ext uri="{FF2B5EF4-FFF2-40B4-BE49-F238E27FC236}">
                <a16:creationId xmlns:a16="http://schemas.microsoft.com/office/drawing/2014/main" id="{46D94B74-C08A-7E94-49D9-7DE7255F3325}"/>
              </a:ext>
            </a:extLst>
          </p:cNvPr>
          <p:cNvCxnSpPr>
            <a:cxnSpLocks/>
            <a:stCxn id="16" idx="4"/>
            <a:endCxn id="9" idx="0"/>
          </p:cNvCxnSpPr>
          <p:nvPr/>
        </p:nvCxnSpPr>
        <p:spPr>
          <a:xfrm rot="16200000" flipH="1">
            <a:off x="3988689" y="-469856"/>
            <a:ext cx="849615" cy="551813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6B85A91-2637-D838-2537-167470563A45}"/>
              </a:ext>
            </a:extLst>
          </p:cNvPr>
          <p:cNvSpPr/>
          <p:nvPr/>
        </p:nvSpPr>
        <p:spPr>
          <a:xfrm>
            <a:off x="862179" y="305173"/>
            <a:ext cx="1584502" cy="3556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MCP-Server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538DB8-C66F-92F6-DCE6-3E6F0A57B607}"/>
              </a:ext>
            </a:extLst>
          </p:cNvPr>
          <p:cNvSpPr/>
          <p:nvPr/>
        </p:nvSpPr>
        <p:spPr>
          <a:xfrm>
            <a:off x="994477" y="1606825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MCPComms</a:t>
            </a:r>
          </a:p>
        </p:txBody>
      </p:sp>
      <p:cxnSp>
        <p:nvCxnSpPr>
          <p:cNvPr id="28" name="Straight Connector 14">
            <a:extLst>
              <a:ext uri="{FF2B5EF4-FFF2-40B4-BE49-F238E27FC236}">
                <a16:creationId xmlns:a16="http://schemas.microsoft.com/office/drawing/2014/main" id="{0F092C15-394F-DAF1-08F9-21B577B6EEEB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>
            <a:off x="1654430" y="1416300"/>
            <a:ext cx="0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9DA33EE-8363-40A2-07CA-A9306EECDEA7}"/>
              </a:ext>
            </a:extLst>
          </p:cNvPr>
          <p:cNvSpPr/>
          <p:nvPr/>
        </p:nvSpPr>
        <p:spPr>
          <a:xfrm>
            <a:off x="2080206" y="3969374"/>
            <a:ext cx="2374815" cy="293802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View (headless)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976ED9-3AF0-F6A0-98B6-F9F9B48BE600}"/>
              </a:ext>
            </a:extLst>
          </p:cNvPr>
          <p:cNvSpPr/>
          <p:nvPr/>
        </p:nvSpPr>
        <p:spPr>
          <a:xfrm>
            <a:off x="918773" y="3969373"/>
            <a:ext cx="1266590" cy="2938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MCP-Server</a:t>
            </a:r>
          </a:p>
        </p:txBody>
      </p:sp>
      <p:cxnSp>
        <p:nvCxnSpPr>
          <p:cNvPr id="50" name="Straight Connector 31">
            <a:extLst>
              <a:ext uri="{FF2B5EF4-FFF2-40B4-BE49-F238E27FC236}">
                <a16:creationId xmlns:a16="http://schemas.microsoft.com/office/drawing/2014/main" id="{D5287304-81B2-A41C-E6EB-8B73E589308B}"/>
              </a:ext>
            </a:extLst>
          </p:cNvPr>
          <p:cNvCxnSpPr>
            <a:cxnSpLocks/>
            <a:stCxn id="111" idx="1"/>
            <a:endCxn id="46" idx="3"/>
          </p:cNvCxnSpPr>
          <p:nvPr/>
        </p:nvCxnSpPr>
        <p:spPr>
          <a:xfrm rot="10800000">
            <a:off x="4455021" y="4116275"/>
            <a:ext cx="1925290" cy="838274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5AFA469E-CF0E-DE63-3BD3-583ECA71F04F}"/>
              </a:ext>
            </a:extLst>
          </p:cNvPr>
          <p:cNvSpPr/>
          <p:nvPr/>
        </p:nvSpPr>
        <p:spPr>
          <a:xfrm>
            <a:off x="2703731" y="866280"/>
            <a:ext cx="1584502" cy="548640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tcv_screenshots</a:t>
            </a:r>
            <a:br>
              <a:rPr kumimoji="0" lang="de-DE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(1.0.0)</a:t>
            </a:r>
            <a:endParaRPr lang="en-DE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3" name="Straight Connector 14">
            <a:extLst>
              <a:ext uri="{FF2B5EF4-FFF2-40B4-BE49-F238E27FC236}">
                <a16:creationId xmlns:a16="http://schemas.microsoft.com/office/drawing/2014/main" id="{34C2EDBB-F903-00C8-A3FE-F4CD87B2BDDC}"/>
              </a:ext>
            </a:extLst>
          </p:cNvPr>
          <p:cNvCxnSpPr>
            <a:cxnSpLocks/>
            <a:stCxn id="454" idx="4"/>
            <a:endCxn id="9" idx="0"/>
          </p:cNvCxnSpPr>
          <p:nvPr/>
        </p:nvCxnSpPr>
        <p:spPr>
          <a:xfrm rot="16200000" flipH="1">
            <a:off x="4908082" y="449538"/>
            <a:ext cx="852380" cy="3676580"/>
          </a:xfrm>
          <a:prstGeom prst="bentConnector3">
            <a:avLst>
              <a:gd name="adj1" fmla="val 39534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4" name="Oval 453">
            <a:extLst>
              <a:ext uri="{FF2B5EF4-FFF2-40B4-BE49-F238E27FC236}">
                <a16:creationId xmlns:a16="http://schemas.microsoft.com/office/drawing/2014/main" id="{07F32145-DBED-1682-AE55-247E27B127D3}"/>
              </a:ext>
            </a:extLst>
          </p:cNvPr>
          <p:cNvSpPr/>
          <p:nvPr/>
        </p:nvSpPr>
        <p:spPr>
          <a:xfrm>
            <a:off x="2836029" y="1604060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ScreenshotComms</a:t>
            </a:r>
          </a:p>
        </p:txBody>
      </p:sp>
      <p:cxnSp>
        <p:nvCxnSpPr>
          <p:cNvPr id="455" name="Straight Connector 14">
            <a:extLst>
              <a:ext uri="{FF2B5EF4-FFF2-40B4-BE49-F238E27FC236}">
                <a16:creationId xmlns:a16="http://schemas.microsoft.com/office/drawing/2014/main" id="{773DADF1-CA1E-7509-B986-9A1540362F0B}"/>
              </a:ext>
            </a:extLst>
          </p:cNvPr>
          <p:cNvCxnSpPr>
            <a:cxnSpLocks/>
            <a:stCxn id="448" idx="2"/>
            <a:endCxn id="454" idx="0"/>
          </p:cNvCxnSpPr>
          <p:nvPr/>
        </p:nvCxnSpPr>
        <p:spPr>
          <a:xfrm>
            <a:off x="3495982" y="1414920"/>
            <a:ext cx="0" cy="189140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3" name="Rectangle 522">
            <a:extLst>
              <a:ext uri="{FF2B5EF4-FFF2-40B4-BE49-F238E27FC236}">
                <a16:creationId xmlns:a16="http://schemas.microsoft.com/office/drawing/2014/main" id="{657A6132-8190-6FD7-80E0-307FA4427D3D}"/>
              </a:ext>
            </a:extLst>
          </p:cNvPr>
          <p:cNvSpPr/>
          <p:nvPr/>
        </p:nvSpPr>
        <p:spPr>
          <a:xfrm>
            <a:off x="2703731" y="300559"/>
            <a:ext cx="1584502" cy="3556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Screenshots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49" name="Up-down Arrow 148">
            <a:extLst>
              <a:ext uri="{FF2B5EF4-FFF2-40B4-BE49-F238E27FC236}">
                <a16:creationId xmlns:a16="http://schemas.microsoft.com/office/drawing/2014/main" id="{EA43721B-8ECA-F503-DFB6-93984ACE0EB2}"/>
              </a:ext>
            </a:extLst>
          </p:cNvPr>
          <p:cNvSpPr/>
          <p:nvPr/>
        </p:nvSpPr>
        <p:spPr>
          <a:xfrm>
            <a:off x="323385" y="825190"/>
            <a:ext cx="301083" cy="2872992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Python</a:t>
            </a:r>
          </a:p>
        </p:txBody>
      </p:sp>
      <p:sp>
        <p:nvSpPr>
          <p:cNvPr id="150" name="Up-down Arrow 149">
            <a:extLst>
              <a:ext uri="{FF2B5EF4-FFF2-40B4-BE49-F238E27FC236}">
                <a16:creationId xmlns:a16="http://schemas.microsoft.com/office/drawing/2014/main" id="{B13FC25D-2C1B-5856-DC52-6581A390F513}"/>
              </a:ext>
            </a:extLst>
          </p:cNvPr>
          <p:cNvSpPr/>
          <p:nvPr/>
        </p:nvSpPr>
        <p:spPr>
          <a:xfrm>
            <a:off x="325989" y="3955887"/>
            <a:ext cx="301083" cy="2460288"/>
          </a:xfrm>
          <a:prstGeom prst="upDownArrow">
            <a:avLst>
              <a:gd name="adj1" fmla="val 68518"/>
              <a:gd name="adj2" fmla="val 50000"/>
            </a:avLst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JavaScript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FE5D19F8-8774-66D7-08A5-42BFF3F24B79}"/>
              </a:ext>
            </a:extLst>
          </p:cNvPr>
          <p:cNvSpPr/>
          <p:nvPr/>
        </p:nvSpPr>
        <p:spPr>
          <a:xfrm>
            <a:off x="2080206" y="4386768"/>
            <a:ext cx="2374815" cy="293802"/>
          </a:xfrm>
          <a:prstGeom prst="round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View (headless)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1C23E6A-6CDF-3257-C847-DFAD50CF07C2}"/>
              </a:ext>
            </a:extLst>
          </p:cNvPr>
          <p:cNvSpPr/>
          <p:nvPr/>
        </p:nvSpPr>
        <p:spPr>
          <a:xfrm>
            <a:off x="918773" y="4386767"/>
            <a:ext cx="1266590" cy="2938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Screenshots</a:t>
            </a:r>
          </a:p>
        </p:txBody>
      </p:sp>
      <p:cxnSp>
        <p:nvCxnSpPr>
          <p:cNvPr id="162" name="Straight Connector 31">
            <a:extLst>
              <a:ext uri="{FF2B5EF4-FFF2-40B4-BE49-F238E27FC236}">
                <a16:creationId xmlns:a16="http://schemas.microsoft.com/office/drawing/2014/main" id="{39D54987-1A17-4B9B-64F4-ADE3B5BCE071}"/>
              </a:ext>
            </a:extLst>
          </p:cNvPr>
          <p:cNvCxnSpPr>
            <a:cxnSpLocks/>
            <a:stCxn id="111" idx="1"/>
            <a:endCxn id="160" idx="3"/>
          </p:cNvCxnSpPr>
          <p:nvPr/>
        </p:nvCxnSpPr>
        <p:spPr>
          <a:xfrm rot="10800000">
            <a:off x="4455021" y="4533669"/>
            <a:ext cx="1925290" cy="420880"/>
          </a:xfrm>
          <a:prstGeom prst="bent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95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B85E-F6E9-F8B7-F436-B8966B98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9600" dirty="0"/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314388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507">
            <a:extLst>
              <a:ext uri="{FF2B5EF4-FFF2-40B4-BE49-F238E27FC236}">
                <a16:creationId xmlns:a16="http://schemas.microsoft.com/office/drawing/2014/main" id="{BFCC8E86-10C7-3CAB-FE28-ED1C0217F295}"/>
              </a:ext>
            </a:extLst>
          </p:cNvPr>
          <p:cNvSpPr/>
          <p:nvPr/>
        </p:nvSpPr>
        <p:spPr>
          <a:xfrm>
            <a:off x="8004130" y="2627886"/>
            <a:ext cx="93489" cy="54864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76B2A5-D1E0-88CC-C81C-0870E92B6E10}"/>
              </a:ext>
            </a:extLst>
          </p:cNvPr>
          <p:cNvSpPr/>
          <p:nvPr/>
        </p:nvSpPr>
        <p:spPr>
          <a:xfrm>
            <a:off x="6740760" y="2627886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(1.1.2)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9812083B-8605-4C81-281A-A8BF2B837227}"/>
              </a:ext>
            </a:extLst>
          </p:cNvPr>
          <p:cNvCxnSpPr>
            <a:cxnSpLocks/>
          </p:cNvCxnSpPr>
          <p:nvPr/>
        </p:nvCxnSpPr>
        <p:spPr>
          <a:xfrm>
            <a:off x="1440908" y="3774004"/>
            <a:ext cx="10609130" cy="0"/>
          </a:xfrm>
          <a:prstGeom prst="line">
            <a:avLst/>
          </a:prstGeom>
          <a:ln w="9525">
            <a:solidFill>
              <a:srgbClr val="FF0000">
                <a:alpha val="49833"/>
              </a:srgb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81971B-411F-AFEB-07B5-DD427976D30F}"/>
              </a:ext>
            </a:extLst>
          </p:cNvPr>
          <p:cNvSpPr/>
          <p:nvPr/>
        </p:nvSpPr>
        <p:spPr>
          <a:xfrm>
            <a:off x="3526534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ocp_viewer</a:t>
            </a:r>
            <a:b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(1.2.0)</a:t>
            </a:r>
            <a:endParaRPr lang="en-DE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A85186-1323-F091-9FF5-A9ED9E8E1208}"/>
              </a:ext>
            </a:extLst>
          </p:cNvPr>
          <p:cNvSpPr/>
          <p:nvPr/>
        </p:nvSpPr>
        <p:spPr>
          <a:xfrm>
            <a:off x="9932617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jupyter_cadquery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D82823-8510-F290-CF58-BA4E2486502D}"/>
              </a:ext>
            </a:extLst>
          </p:cNvPr>
          <p:cNvSpPr/>
          <p:nvPr/>
        </p:nvSpPr>
        <p:spPr>
          <a:xfrm>
            <a:off x="9932617" y="2627885"/>
            <a:ext cx="1905031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AC0AE-B831-0B9B-4FA4-EC8E81B2E1FE}"/>
              </a:ext>
            </a:extLst>
          </p:cNvPr>
          <p:cNvSpPr/>
          <p:nvPr/>
        </p:nvSpPr>
        <p:spPr>
          <a:xfrm>
            <a:off x="5651722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ocp_vscode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5C7149-0CE4-331D-0F86-5C908FCA7D0C}"/>
              </a:ext>
            </a:extLst>
          </p:cNvPr>
          <p:cNvSpPr/>
          <p:nvPr/>
        </p:nvSpPr>
        <p:spPr>
          <a:xfrm>
            <a:off x="7792170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build123d_studio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(0.9.0)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026C42-C547-E2E0-5355-B4F4CCBCB67A}"/>
              </a:ext>
            </a:extLst>
          </p:cNvPr>
          <p:cNvSpPr/>
          <p:nvPr/>
        </p:nvSpPr>
        <p:spPr>
          <a:xfrm>
            <a:off x="1501473" y="2628529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ocp-tessellate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(3.6.3)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129C09-88C7-9348-AF88-96B94BC8BE4B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406504" y="2902206"/>
            <a:ext cx="3334256" cy="643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AE65B4-36C3-7961-A286-2C13173A259E}"/>
              </a:ext>
            </a:extLst>
          </p:cNvPr>
          <p:cNvCxnSpPr>
            <a:cxnSpLocks/>
            <a:stCxn id="302" idx="4"/>
            <a:endCxn id="9" idx="0"/>
          </p:cNvCxnSpPr>
          <p:nvPr/>
        </p:nvCxnSpPr>
        <p:spPr>
          <a:xfrm rot="16200000" flipH="1">
            <a:off x="5702421" y="637030"/>
            <a:ext cx="764863" cy="3216848"/>
          </a:xfrm>
          <a:prstGeom prst="curvedConnector3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F0ED15-D023-2B74-5A6D-862A78D73448}"/>
              </a:ext>
            </a:extLst>
          </p:cNvPr>
          <p:cNvCxnSpPr>
            <a:cxnSpLocks/>
            <a:stCxn id="303" idx="4"/>
            <a:endCxn id="9" idx="0"/>
          </p:cNvCxnSpPr>
          <p:nvPr/>
        </p:nvCxnSpPr>
        <p:spPr>
          <a:xfrm rot="16200000" flipH="1">
            <a:off x="6765705" y="1700314"/>
            <a:ext cx="764863" cy="1090280"/>
          </a:xfrm>
          <a:prstGeom prst="curvedConnector3">
            <a:avLst/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9D0BC4-2F0C-25A5-EE86-330F39A4680D}"/>
              </a:ext>
            </a:extLst>
          </p:cNvPr>
          <p:cNvCxnSpPr>
            <a:cxnSpLocks/>
            <a:stCxn id="304" idx="4"/>
            <a:endCxn id="9" idx="0"/>
          </p:cNvCxnSpPr>
          <p:nvPr/>
        </p:nvCxnSpPr>
        <p:spPr>
          <a:xfrm rot="5400000">
            <a:off x="7836550" y="1719750"/>
            <a:ext cx="764863" cy="1051409"/>
          </a:xfrm>
          <a:prstGeom prst="curvedConnector3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381279-4E5C-DC51-5F0C-43AE26E23953}"/>
              </a:ext>
            </a:extLst>
          </p:cNvPr>
          <p:cNvCxnSpPr>
            <a:cxnSpLocks/>
            <a:stCxn id="301" idx="4"/>
            <a:endCxn id="508" idx="0"/>
          </p:cNvCxnSpPr>
          <p:nvPr/>
        </p:nvCxnSpPr>
        <p:spPr>
          <a:xfrm rot="5400000">
            <a:off x="8761342" y="1135265"/>
            <a:ext cx="782155" cy="2203087"/>
          </a:xfrm>
          <a:prstGeom prst="curved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2FA8CC70-CE8A-A1BA-135C-5523D879FC1A}"/>
              </a:ext>
            </a:extLst>
          </p:cNvPr>
          <p:cNvSpPr/>
          <p:nvPr/>
        </p:nvSpPr>
        <p:spPr>
          <a:xfrm>
            <a:off x="6740760" y="5677074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three-cad-viewer</a:t>
            </a:r>
            <a:b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(5.1.3)</a:t>
            </a:r>
            <a:endParaRPr lang="en-DE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B4655EC-2CD5-E655-D93E-059FDAB0A0B4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V="1">
            <a:off x="7693276" y="5038408"/>
            <a:ext cx="0" cy="638666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4E0B4DB7-6853-C2A6-FA9A-A8F391EB440E}"/>
              </a:ext>
            </a:extLst>
          </p:cNvPr>
          <p:cNvSpPr/>
          <p:nvPr/>
        </p:nvSpPr>
        <p:spPr>
          <a:xfrm>
            <a:off x="6740760" y="4489768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52DA041-38D5-F445-2CB0-95102A8E2182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 rot="16200000" flipH="1">
            <a:off x="7391401" y="4187892"/>
            <a:ext cx="601005" cy="274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90AF4D4-5186-D0D0-8213-9DFE6E255A8B}"/>
              </a:ext>
            </a:extLst>
          </p:cNvPr>
          <p:cNvSpPr/>
          <p:nvPr/>
        </p:nvSpPr>
        <p:spPr>
          <a:xfrm>
            <a:off x="5651723" y="305393"/>
            <a:ext cx="1905030" cy="3556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568631C-1E80-C2F2-A811-E99BC4D06942}"/>
              </a:ext>
            </a:extLst>
          </p:cNvPr>
          <p:cNvSpPr/>
          <p:nvPr/>
        </p:nvSpPr>
        <p:spPr>
          <a:xfrm>
            <a:off x="3511275" y="305393"/>
            <a:ext cx="1905031" cy="355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6570E0B-3B09-A55A-321C-E5337DD9382E}"/>
              </a:ext>
            </a:extLst>
          </p:cNvPr>
          <p:cNvSpPr/>
          <p:nvPr/>
        </p:nvSpPr>
        <p:spPr>
          <a:xfrm>
            <a:off x="9932617" y="305393"/>
            <a:ext cx="1905031" cy="3556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Jupyter Lab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DE91FCB-8843-6E99-8508-CA2619F4480D}"/>
              </a:ext>
            </a:extLst>
          </p:cNvPr>
          <p:cNvSpPr/>
          <p:nvPr/>
        </p:nvSpPr>
        <p:spPr>
          <a:xfrm>
            <a:off x="7792170" y="305393"/>
            <a:ext cx="1905031" cy="3556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cxnSp>
        <p:nvCxnSpPr>
          <p:cNvPr id="253" name="Straight Connector 34">
            <a:extLst>
              <a:ext uri="{FF2B5EF4-FFF2-40B4-BE49-F238E27FC236}">
                <a16:creationId xmlns:a16="http://schemas.microsoft.com/office/drawing/2014/main" id="{E52B28F3-B6E0-EE67-8248-969DA640473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885133" y="1414920"/>
            <a:ext cx="0" cy="1212965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2359E289-234D-6F78-E414-9710414101CE}"/>
              </a:ext>
            </a:extLst>
          </p:cNvPr>
          <p:cNvSpPr/>
          <p:nvPr/>
        </p:nvSpPr>
        <p:spPr>
          <a:xfrm>
            <a:off x="1391704" y="4152357"/>
            <a:ext cx="2374815" cy="2938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Page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22D808B4-29FE-E767-30BC-194A45BDFA95}"/>
              </a:ext>
            </a:extLst>
          </p:cNvPr>
          <p:cNvSpPr/>
          <p:nvPr/>
        </p:nvSpPr>
        <p:spPr>
          <a:xfrm>
            <a:off x="1391704" y="4617187"/>
            <a:ext cx="1212899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9814CD18-442F-A22B-8A9F-7040438C3C2E}"/>
              </a:ext>
            </a:extLst>
          </p:cNvPr>
          <p:cNvSpPr/>
          <p:nvPr/>
        </p:nvSpPr>
        <p:spPr>
          <a:xfrm>
            <a:off x="1391704" y="5088223"/>
            <a:ext cx="2374815" cy="293802"/>
          </a:xfrm>
          <a:prstGeom prst="round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7" name="Straight Connector 31">
            <a:extLst>
              <a:ext uri="{FF2B5EF4-FFF2-40B4-BE49-F238E27FC236}">
                <a16:creationId xmlns:a16="http://schemas.microsoft.com/office/drawing/2014/main" id="{CACD783F-D9C3-B487-1184-3D8A0BAFD95A}"/>
              </a:ext>
            </a:extLst>
          </p:cNvPr>
          <p:cNvCxnSpPr>
            <a:cxnSpLocks/>
            <a:stCxn id="111" idx="1"/>
            <a:endCxn id="263" idx="3"/>
          </p:cNvCxnSpPr>
          <p:nvPr/>
        </p:nvCxnSpPr>
        <p:spPr>
          <a:xfrm rot="10800000">
            <a:off x="3766520" y="4299258"/>
            <a:ext cx="2974241" cy="46483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31">
            <a:extLst>
              <a:ext uri="{FF2B5EF4-FFF2-40B4-BE49-F238E27FC236}">
                <a16:creationId xmlns:a16="http://schemas.microsoft.com/office/drawing/2014/main" id="{F711ABDB-0001-4181-381B-05FDBD754CA2}"/>
              </a:ext>
            </a:extLst>
          </p:cNvPr>
          <p:cNvCxnSpPr>
            <a:cxnSpLocks/>
            <a:stCxn id="111" idx="1"/>
            <a:endCxn id="522" idx="3"/>
          </p:cNvCxnSpPr>
          <p:nvPr/>
        </p:nvCxnSpPr>
        <p:spPr>
          <a:xfrm flipH="1">
            <a:off x="3768402" y="4764088"/>
            <a:ext cx="2972358" cy="0"/>
          </a:xfrm>
          <a:prstGeom prst="straightConnector1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31">
            <a:extLst>
              <a:ext uri="{FF2B5EF4-FFF2-40B4-BE49-F238E27FC236}">
                <a16:creationId xmlns:a16="http://schemas.microsoft.com/office/drawing/2014/main" id="{A5836AD9-46AD-25C6-50E6-8CAB6B380F8F}"/>
              </a:ext>
            </a:extLst>
          </p:cNvPr>
          <p:cNvCxnSpPr>
            <a:cxnSpLocks/>
            <a:stCxn id="111" idx="1"/>
            <a:endCxn id="265" idx="3"/>
          </p:cNvCxnSpPr>
          <p:nvPr/>
        </p:nvCxnSpPr>
        <p:spPr>
          <a:xfrm rot="10800000" flipV="1">
            <a:off x="3766520" y="4764088"/>
            <a:ext cx="2974241" cy="471036"/>
          </a:xfrm>
          <a:prstGeom prst="curvedConnector3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Oval 300">
            <a:extLst>
              <a:ext uri="{FF2B5EF4-FFF2-40B4-BE49-F238E27FC236}">
                <a16:creationId xmlns:a16="http://schemas.microsoft.com/office/drawing/2014/main" id="{DF4F24FD-793F-1A2D-4F89-8E6717831ADE}"/>
              </a:ext>
            </a:extLst>
          </p:cNvPr>
          <p:cNvSpPr/>
          <p:nvPr/>
        </p:nvSpPr>
        <p:spPr>
          <a:xfrm>
            <a:off x="9765462" y="1588153"/>
            <a:ext cx="977000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49C6587F-A304-5E1E-E9B9-C3C26F56F896}"/>
              </a:ext>
            </a:extLst>
          </p:cNvPr>
          <p:cNvSpPr/>
          <p:nvPr/>
        </p:nvSpPr>
        <p:spPr>
          <a:xfrm>
            <a:off x="3816475" y="1605445"/>
            <a:ext cx="131990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StandaloneComms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E62FBEBE-EBA2-D1A2-88FA-E36E4D680845}"/>
              </a:ext>
            </a:extLst>
          </p:cNvPr>
          <p:cNvSpPr/>
          <p:nvPr/>
        </p:nvSpPr>
        <p:spPr>
          <a:xfrm>
            <a:off x="6088896" y="1605445"/>
            <a:ext cx="1028200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VSCodeComms</a:t>
            </a: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C28EE09B-C304-4ECD-8758-3DEFE97510AA}"/>
              </a:ext>
            </a:extLst>
          </p:cNvPr>
          <p:cNvSpPr/>
          <p:nvPr/>
        </p:nvSpPr>
        <p:spPr>
          <a:xfrm>
            <a:off x="8264042" y="1605445"/>
            <a:ext cx="961286" cy="257578"/>
          </a:xfrm>
          <a:prstGeom prst="ellipse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StudioComms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6DA4E18-1B2A-F13D-0C5B-117882D612DC}"/>
              </a:ext>
            </a:extLst>
          </p:cNvPr>
          <p:cNvSpPr/>
          <p:nvPr/>
        </p:nvSpPr>
        <p:spPr>
          <a:xfrm>
            <a:off x="7300947" y="3631185"/>
            <a:ext cx="779167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5"/>
                </a:solidFill>
              </a:rPr>
              <a:t>*Comms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BDCB058F-03BD-0D50-BA0B-4CCDAA51B637}"/>
              </a:ext>
            </a:extLst>
          </p:cNvPr>
          <p:cNvCxnSpPr>
            <a:cxnSpLocks/>
            <a:stCxn id="464" idx="1"/>
            <a:endCxn id="111" idx="3"/>
          </p:cNvCxnSpPr>
          <p:nvPr/>
        </p:nvCxnSpPr>
        <p:spPr>
          <a:xfrm flipH="1">
            <a:off x="8645791" y="4764088"/>
            <a:ext cx="1286826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CD4638EA-7F07-EE82-96A6-CD4F20D08691}"/>
              </a:ext>
            </a:extLst>
          </p:cNvPr>
          <p:cNvSpPr txBox="1"/>
          <p:nvPr/>
        </p:nvSpPr>
        <p:spPr>
          <a:xfrm>
            <a:off x="1094557" y="3490992"/>
            <a:ext cx="14355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rgbClr val="FF0000"/>
                </a:solidFill>
              </a:rPr>
              <a:t>Python</a:t>
            </a:r>
          </a:p>
          <a:p>
            <a:pPr algn="ctr"/>
            <a:endParaRPr lang="en-US" sz="1000" i="1" dirty="0">
              <a:solidFill>
                <a:srgbClr val="FF0000"/>
              </a:solidFill>
            </a:endParaRPr>
          </a:p>
          <a:p>
            <a:pPr algn="ctr"/>
            <a:r>
              <a:rPr lang="en-US" sz="1000" i="1" dirty="0">
                <a:solidFill>
                  <a:srgbClr val="FF0000"/>
                </a:solidFill>
              </a:rPr>
              <a:t>JavaScript</a:t>
            </a:r>
          </a:p>
        </p:txBody>
      </p: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1014527B-EF73-B622-9052-564249392725}"/>
              </a:ext>
            </a:extLst>
          </p:cNvPr>
          <p:cNvSpPr/>
          <p:nvPr/>
        </p:nvSpPr>
        <p:spPr>
          <a:xfrm>
            <a:off x="9932617" y="4489768"/>
            <a:ext cx="1905031" cy="548640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68" name="Straight Connector 34">
            <a:extLst>
              <a:ext uri="{FF2B5EF4-FFF2-40B4-BE49-F238E27FC236}">
                <a16:creationId xmlns:a16="http://schemas.microsoft.com/office/drawing/2014/main" id="{D86A1CA0-4926-5186-0967-4A22C44E78B4}"/>
              </a:ext>
            </a:extLst>
          </p:cNvPr>
          <p:cNvCxnSpPr>
            <a:cxnSpLocks/>
            <a:stCxn id="7" idx="2"/>
            <a:endCxn id="464" idx="0"/>
          </p:cNvCxnSpPr>
          <p:nvPr/>
        </p:nvCxnSpPr>
        <p:spPr>
          <a:xfrm>
            <a:off x="10885133" y="3176525"/>
            <a:ext cx="0" cy="1313243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>
            <a:extLst>
              <a:ext uri="{FF2B5EF4-FFF2-40B4-BE49-F238E27FC236}">
                <a16:creationId xmlns:a16="http://schemas.microsoft.com/office/drawing/2014/main" id="{71EEE04B-32A3-F73B-3D86-78B516663694}"/>
              </a:ext>
            </a:extLst>
          </p:cNvPr>
          <p:cNvSpPr/>
          <p:nvPr/>
        </p:nvSpPr>
        <p:spPr>
          <a:xfrm>
            <a:off x="10521881" y="3636299"/>
            <a:ext cx="726504" cy="2575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traitlets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AA0B35D-FB3C-0887-BF78-1A188036CF0D}"/>
              </a:ext>
            </a:extLst>
          </p:cNvPr>
          <p:cNvSpPr/>
          <p:nvPr/>
        </p:nvSpPr>
        <p:spPr>
          <a:xfrm>
            <a:off x="230271" y="4153184"/>
            <a:ext cx="1266590" cy="2929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8120BA8-1FDB-4016-8B3A-50B45F27E8C2}"/>
              </a:ext>
            </a:extLst>
          </p:cNvPr>
          <p:cNvSpPr/>
          <p:nvPr/>
        </p:nvSpPr>
        <p:spPr>
          <a:xfrm>
            <a:off x="230271" y="4617186"/>
            <a:ext cx="1266590" cy="2938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9AE6D8DA-539E-01E2-0FAE-92B3A9DEFBEA}"/>
              </a:ext>
            </a:extLst>
          </p:cNvPr>
          <p:cNvSpPr/>
          <p:nvPr/>
        </p:nvSpPr>
        <p:spPr>
          <a:xfrm>
            <a:off x="230271" y="5088221"/>
            <a:ext cx="1266590" cy="29380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35307D79-7ACE-5096-C5F2-333FF3C16E5E}"/>
              </a:ext>
            </a:extLst>
          </p:cNvPr>
          <p:cNvSpPr txBox="1"/>
          <p:nvPr/>
        </p:nvSpPr>
        <p:spPr>
          <a:xfrm>
            <a:off x="8616116" y="2620368"/>
            <a:ext cx="1346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 (show,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 (set_defaults, ...)</a:t>
            </a: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ViewerBackend (measurements)</a:t>
            </a:r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8D925945-365A-69B7-E66C-903295CDBB1B}"/>
              </a:ext>
            </a:extLst>
          </p:cNvPr>
          <p:cNvGrpSpPr/>
          <p:nvPr/>
        </p:nvGrpSpPr>
        <p:grpSpPr>
          <a:xfrm>
            <a:off x="6648112" y="4439496"/>
            <a:ext cx="298480" cy="246221"/>
            <a:chOff x="2303589" y="1482334"/>
            <a:chExt cx="298480" cy="246221"/>
          </a:xfrm>
        </p:grpSpPr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13382ABD-6179-6F6D-C44A-AFFD0B22B93C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C157129A-72E5-ED2A-7250-1A6E53B335B9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3890472B-CE89-D6ED-BC1E-F399D344344C}"/>
              </a:ext>
            </a:extLst>
          </p:cNvPr>
          <p:cNvGrpSpPr/>
          <p:nvPr/>
        </p:nvGrpSpPr>
        <p:grpSpPr>
          <a:xfrm>
            <a:off x="3400345" y="821505"/>
            <a:ext cx="316112" cy="246221"/>
            <a:chOff x="1821555" y="1112772"/>
            <a:chExt cx="316112" cy="246221"/>
          </a:xfrm>
        </p:grpSpPr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5F414522-B508-6316-7114-B6D1397E2474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E640C25A-5CBF-EA40-7476-F7C742DBCB86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16E52D7E-BDF4-D56E-0419-E7514F7C0887}"/>
              </a:ext>
            </a:extLst>
          </p:cNvPr>
          <p:cNvGrpSpPr/>
          <p:nvPr/>
        </p:nvGrpSpPr>
        <p:grpSpPr>
          <a:xfrm>
            <a:off x="5543483" y="821505"/>
            <a:ext cx="316112" cy="246221"/>
            <a:chOff x="1821555" y="1112772"/>
            <a:chExt cx="316112" cy="246221"/>
          </a:xfrm>
        </p:grpSpPr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B74FD41A-1D5A-9FF5-3440-75A44FBBED26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B98D6A4C-EA90-060D-DC50-70C7A443ABE4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2CD8C07E-F8A6-C72E-C9C9-44AEE69F4CEB}"/>
              </a:ext>
            </a:extLst>
          </p:cNvPr>
          <p:cNvGrpSpPr/>
          <p:nvPr/>
        </p:nvGrpSpPr>
        <p:grpSpPr>
          <a:xfrm>
            <a:off x="7705046" y="821505"/>
            <a:ext cx="316113" cy="246221"/>
            <a:chOff x="1827818" y="1112772"/>
            <a:chExt cx="316112" cy="246221"/>
          </a:xfrm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85317449-6C03-1186-F0E7-09D458B5FF0D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5DEBD7EF-FF67-2987-A01A-C443713F14E4}"/>
                </a:ext>
              </a:extLst>
            </p:cNvPr>
            <p:cNvSpPr txBox="1"/>
            <p:nvPr/>
          </p:nvSpPr>
          <p:spPr>
            <a:xfrm>
              <a:off x="1827818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69093A83-7C4D-D01B-2958-404D6C5CEF8D}"/>
              </a:ext>
            </a:extLst>
          </p:cNvPr>
          <p:cNvGrpSpPr/>
          <p:nvPr/>
        </p:nvGrpSpPr>
        <p:grpSpPr>
          <a:xfrm>
            <a:off x="9816505" y="821505"/>
            <a:ext cx="316112" cy="246221"/>
            <a:chOff x="1821555" y="1112772"/>
            <a:chExt cx="316112" cy="246221"/>
          </a:xfrm>
        </p:grpSpPr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DF44BEDC-0F86-5398-6154-D20E0127FAD2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32FD35B5-3C66-21F8-783B-BBDC7E6E1CDA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6C8EFB8A-8D97-98E6-F56E-5E83B15C1911}"/>
              </a:ext>
            </a:extLst>
          </p:cNvPr>
          <p:cNvGrpSpPr/>
          <p:nvPr/>
        </p:nvGrpSpPr>
        <p:grpSpPr>
          <a:xfrm>
            <a:off x="6638579" y="2580677"/>
            <a:ext cx="316112" cy="246221"/>
            <a:chOff x="1821555" y="1112772"/>
            <a:chExt cx="316112" cy="246221"/>
          </a:xfrm>
        </p:grpSpPr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06AE4531-881D-1972-EF54-7DC4337BD5F8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2630204D-DEA2-E76B-BC40-A298C2C0F459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484A3E33-F5F7-A923-FF21-5A33E344082D}"/>
              </a:ext>
            </a:extLst>
          </p:cNvPr>
          <p:cNvGrpSpPr/>
          <p:nvPr/>
        </p:nvGrpSpPr>
        <p:grpSpPr>
          <a:xfrm>
            <a:off x="9827036" y="2580677"/>
            <a:ext cx="316112" cy="246221"/>
            <a:chOff x="1821555" y="1112772"/>
            <a:chExt cx="316112" cy="246221"/>
          </a:xfrm>
        </p:grpSpPr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FC987155-85DF-F5AB-5FD7-CB7F6467F91C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D31F1AA6-40A6-188D-6D20-EC01D9AC823A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1DAAFD07-3562-A64B-D32C-E20F1B860CC6}"/>
              </a:ext>
            </a:extLst>
          </p:cNvPr>
          <p:cNvGrpSpPr/>
          <p:nvPr/>
        </p:nvGrpSpPr>
        <p:grpSpPr>
          <a:xfrm>
            <a:off x="9819616" y="4439496"/>
            <a:ext cx="298480" cy="246221"/>
            <a:chOff x="2303589" y="1482334"/>
            <a:chExt cx="298480" cy="246221"/>
          </a:xfrm>
        </p:grpSpPr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B9C62F8C-6F8D-731E-9537-422969340094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24F2E1A0-DD78-FF38-750D-834CE3DD99F2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BB95E120-D829-ACC8-8D56-92A59AA6A60A}"/>
              </a:ext>
            </a:extLst>
          </p:cNvPr>
          <p:cNvGrpSpPr/>
          <p:nvPr/>
        </p:nvGrpSpPr>
        <p:grpSpPr>
          <a:xfrm>
            <a:off x="6648112" y="5621190"/>
            <a:ext cx="298480" cy="246221"/>
            <a:chOff x="2303589" y="1482334"/>
            <a:chExt cx="298480" cy="246221"/>
          </a:xfrm>
        </p:grpSpPr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CB7C341E-44CB-5BA9-8DC7-28626CFF3C63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168ACE6A-F88D-B45A-ACB3-473779A2B8E9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sp>
        <p:nvSpPr>
          <p:cNvPr id="499" name="TextBox 498">
            <a:extLst>
              <a:ext uri="{FF2B5EF4-FFF2-40B4-BE49-F238E27FC236}">
                <a16:creationId xmlns:a16="http://schemas.microsoft.com/office/drawing/2014/main" id="{8D0482D5-4413-8FAD-3D80-0DB694A1871D}"/>
              </a:ext>
            </a:extLst>
          </p:cNvPr>
          <p:cNvSpPr txBox="1"/>
          <p:nvPr/>
        </p:nvSpPr>
        <p:spPr>
          <a:xfrm>
            <a:off x="4541841" y="2673967"/>
            <a:ext cx="1426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tessellate objects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01A7896-1814-AB61-4C7A-94ECF4C1F803}"/>
              </a:ext>
            </a:extLst>
          </p:cNvPr>
          <p:cNvSpPr txBox="1"/>
          <p:nvPr/>
        </p:nvSpPr>
        <p:spPr>
          <a:xfrm>
            <a:off x="7649434" y="5106818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E636AFEF-C37E-EC32-493E-C2028A583FB7}"/>
              </a:ext>
            </a:extLst>
          </p:cNvPr>
          <p:cNvSpPr txBox="1"/>
          <p:nvPr/>
        </p:nvSpPr>
        <p:spPr>
          <a:xfrm>
            <a:off x="7496994" y="3895516"/>
            <a:ext cx="142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DB1EAAFE-D066-2E98-C7FF-D6346D7FED8B}"/>
              </a:ext>
            </a:extLst>
          </p:cNvPr>
          <p:cNvCxnSpPr>
            <a:cxnSpLocks/>
            <a:stCxn id="507" idx="6"/>
            <a:endCxn id="33" idx="2"/>
          </p:cNvCxnSpPr>
          <p:nvPr/>
        </p:nvCxnSpPr>
        <p:spPr>
          <a:xfrm flipV="1">
            <a:off x="9717471" y="3176525"/>
            <a:ext cx="535675" cy="306736"/>
          </a:xfrm>
          <a:prstGeom prst="curved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>
            <a:extLst>
              <a:ext uri="{FF2B5EF4-FFF2-40B4-BE49-F238E27FC236}">
                <a16:creationId xmlns:a16="http://schemas.microsoft.com/office/drawing/2014/main" id="{2AA42AB4-6253-4E9E-1C33-AF2F8EC4B2DA}"/>
              </a:ext>
            </a:extLst>
          </p:cNvPr>
          <p:cNvSpPr/>
          <p:nvPr/>
        </p:nvSpPr>
        <p:spPr>
          <a:xfrm>
            <a:off x="8744685" y="3354472"/>
            <a:ext cx="972786" cy="257578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JupyterComms</a:t>
            </a:r>
          </a:p>
        </p:txBody>
      </p: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5A66B62A-C1EF-FACA-F593-FFF3B4575437}"/>
              </a:ext>
            </a:extLst>
          </p:cNvPr>
          <p:cNvSpPr/>
          <p:nvPr/>
        </p:nvSpPr>
        <p:spPr>
          <a:xfrm>
            <a:off x="2790554" y="4617187"/>
            <a:ext cx="977848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WebView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5" name="Straight Connector 31">
            <a:extLst>
              <a:ext uri="{FF2B5EF4-FFF2-40B4-BE49-F238E27FC236}">
                <a16:creationId xmlns:a16="http://schemas.microsoft.com/office/drawing/2014/main" id="{C0AC394B-B3DD-81E5-621D-579100595761}"/>
              </a:ext>
            </a:extLst>
          </p:cNvPr>
          <p:cNvCxnSpPr>
            <a:cxnSpLocks/>
            <a:stCxn id="264" idx="3"/>
            <a:endCxn id="522" idx="1"/>
          </p:cNvCxnSpPr>
          <p:nvPr/>
        </p:nvCxnSpPr>
        <p:spPr>
          <a:xfrm>
            <a:off x="2604603" y="4764088"/>
            <a:ext cx="185951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6" name="TextBox 555">
            <a:extLst>
              <a:ext uri="{FF2B5EF4-FFF2-40B4-BE49-F238E27FC236}">
                <a16:creationId xmlns:a16="http://schemas.microsoft.com/office/drawing/2014/main" id="{49484DD3-C59D-FC70-CEB0-8F26BD16BD65}"/>
              </a:ext>
            </a:extLst>
          </p:cNvPr>
          <p:cNvSpPr txBox="1"/>
          <p:nvPr/>
        </p:nvSpPr>
        <p:spPr>
          <a:xfrm>
            <a:off x="9744727" y="3898818"/>
            <a:ext cx="11738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meshes,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configs, </a:t>
            </a:r>
            <a:b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notifications</a:t>
            </a:r>
          </a:p>
        </p:txBody>
      </p: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DD967F9A-83E5-0D13-C6C7-D87E80381B9F}"/>
              </a:ext>
            </a:extLst>
          </p:cNvPr>
          <p:cNvGrpSpPr/>
          <p:nvPr/>
        </p:nvGrpSpPr>
        <p:grpSpPr>
          <a:xfrm>
            <a:off x="1397131" y="2580677"/>
            <a:ext cx="316112" cy="246221"/>
            <a:chOff x="1821555" y="1112772"/>
            <a:chExt cx="316112" cy="246221"/>
          </a:xfrm>
        </p:grpSpPr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1E0649B4-20F3-6205-63A0-D2484702A7D0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7ECAA5DE-4F2D-BF49-C10C-19EC5A9208A6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cxnSp>
        <p:nvCxnSpPr>
          <p:cNvPr id="616" name="Straight Connector 501">
            <a:extLst>
              <a:ext uri="{FF2B5EF4-FFF2-40B4-BE49-F238E27FC236}">
                <a16:creationId xmlns:a16="http://schemas.microsoft.com/office/drawing/2014/main" id="{45611EEC-B1BD-21B7-553F-F7BA6103C95F}"/>
              </a:ext>
            </a:extLst>
          </p:cNvPr>
          <p:cNvCxnSpPr>
            <a:cxnSpLocks/>
            <a:stCxn id="508" idx="2"/>
            <a:endCxn id="507" idx="2"/>
          </p:cNvCxnSpPr>
          <p:nvPr/>
        </p:nvCxnSpPr>
        <p:spPr>
          <a:xfrm rot="16200000" flipH="1">
            <a:off x="8244413" y="2982988"/>
            <a:ext cx="306735" cy="693810"/>
          </a:xfrm>
          <a:prstGeom prst="curved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133">
            <a:extLst>
              <a:ext uri="{FF2B5EF4-FFF2-40B4-BE49-F238E27FC236}">
                <a16:creationId xmlns:a16="http://schemas.microsoft.com/office/drawing/2014/main" id="{6D5E76A7-137D-4EFA-0D3B-35F1A3AE370F}"/>
              </a:ext>
            </a:extLst>
          </p:cNvPr>
          <p:cNvCxnSpPr>
            <a:cxnSpLocks/>
            <a:stCxn id="9" idx="2"/>
            <a:endCxn id="110" idx="0"/>
          </p:cNvCxnSpPr>
          <p:nvPr/>
        </p:nvCxnSpPr>
        <p:spPr>
          <a:xfrm rot="5400000">
            <a:off x="7464575" y="3402483"/>
            <a:ext cx="454659" cy="274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5"/>
            </a:solidFill>
            <a:prstDash val="solid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14">
            <a:extLst>
              <a:ext uri="{FF2B5EF4-FFF2-40B4-BE49-F238E27FC236}">
                <a16:creationId xmlns:a16="http://schemas.microsoft.com/office/drawing/2014/main" id="{7ACD3E89-0D9A-0C6A-33C7-7BA830D10940}"/>
              </a:ext>
            </a:extLst>
          </p:cNvPr>
          <p:cNvCxnSpPr>
            <a:cxnSpLocks/>
            <a:stCxn id="5" idx="2"/>
            <a:endCxn id="302" idx="0"/>
          </p:cNvCxnSpPr>
          <p:nvPr/>
        </p:nvCxnSpPr>
        <p:spPr>
          <a:xfrm flipH="1">
            <a:off x="4476428" y="1414920"/>
            <a:ext cx="2622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6" name="Straight Connector 14">
            <a:extLst>
              <a:ext uri="{FF2B5EF4-FFF2-40B4-BE49-F238E27FC236}">
                <a16:creationId xmlns:a16="http://schemas.microsoft.com/office/drawing/2014/main" id="{68E36915-6FD4-3875-9F24-246341757893}"/>
              </a:ext>
            </a:extLst>
          </p:cNvPr>
          <p:cNvCxnSpPr>
            <a:cxnSpLocks/>
            <a:stCxn id="4" idx="2"/>
            <a:endCxn id="303" idx="0"/>
          </p:cNvCxnSpPr>
          <p:nvPr/>
        </p:nvCxnSpPr>
        <p:spPr>
          <a:xfrm flipH="1">
            <a:off x="6602996" y="1414920"/>
            <a:ext cx="1242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9" name="Straight Connector 14">
            <a:extLst>
              <a:ext uri="{FF2B5EF4-FFF2-40B4-BE49-F238E27FC236}">
                <a16:creationId xmlns:a16="http://schemas.microsoft.com/office/drawing/2014/main" id="{98614081-57DD-58B3-64A9-8C8AA17865B5}"/>
              </a:ext>
            </a:extLst>
          </p:cNvPr>
          <p:cNvCxnSpPr>
            <a:cxnSpLocks/>
            <a:stCxn id="8" idx="2"/>
            <a:endCxn id="304" idx="0"/>
          </p:cNvCxnSpPr>
          <p:nvPr/>
        </p:nvCxnSpPr>
        <p:spPr>
          <a:xfrm flipH="1">
            <a:off x="8744685" y="1414920"/>
            <a:ext cx="1" cy="190525"/>
          </a:xfrm>
          <a:prstGeom prst="straightConnector1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2" name="Straight Connector 14">
            <a:extLst>
              <a:ext uri="{FF2B5EF4-FFF2-40B4-BE49-F238E27FC236}">
                <a16:creationId xmlns:a16="http://schemas.microsoft.com/office/drawing/2014/main" id="{B3309D7D-9588-808F-2F3E-5B990C3A49C2}"/>
              </a:ext>
            </a:extLst>
          </p:cNvPr>
          <p:cNvCxnSpPr>
            <a:cxnSpLocks/>
            <a:stCxn id="32" idx="2"/>
            <a:endCxn id="301" idx="0"/>
          </p:cNvCxnSpPr>
          <p:nvPr/>
        </p:nvCxnSpPr>
        <p:spPr>
          <a:xfrm rot="16200000" flipH="1">
            <a:off x="10166938" y="1501128"/>
            <a:ext cx="173233" cy="81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312">
            <a:extLst>
              <a:ext uri="{FF2B5EF4-FFF2-40B4-BE49-F238E27FC236}">
                <a16:creationId xmlns:a16="http://schemas.microsoft.com/office/drawing/2014/main" id="{F0B69F18-5CCF-F038-DE3D-BA4563E4B89B}"/>
              </a:ext>
            </a:extLst>
          </p:cNvPr>
          <p:cNvCxnSpPr>
            <a:cxnSpLocks/>
            <a:stCxn id="464" idx="2"/>
            <a:endCxn id="105" idx="3"/>
          </p:cNvCxnSpPr>
          <p:nvPr/>
        </p:nvCxnSpPr>
        <p:spPr>
          <a:xfrm rot="5400000">
            <a:off x="9308969" y="4375230"/>
            <a:ext cx="912986" cy="2239342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0E4DE5-9390-A610-6ED6-E99C7D237F63}"/>
              </a:ext>
            </a:extLst>
          </p:cNvPr>
          <p:cNvSpPr txBox="1"/>
          <p:nvPr/>
        </p:nvSpPr>
        <p:spPr>
          <a:xfrm>
            <a:off x="9346089" y="5743715"/>
            <a:ext cx="9525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 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AEA13-A05B-25DA-26A4-37BB8DEFFAC7}"/>
              </a:ext>
            </a:extLst>
          </p:cNvPr>
          <p:cNvSpPr txBox="1"/>
          <p:nvPr/>
        </p:nvSpPr>
        <p:spPr>
          <a:xfrm>
            <a:off x="8757176" y="4336492"/>
            <a:ext cx="95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show meshes, set configs, </a:t>
            </a:r>
            <a:br>
              <a:rPr lang="en-US" dirty="0"/>
            </a:br>
            <a:r>
              <a:rPr lang="en-US" dirty="0"/>
              <a:t>and notify 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BE496-BCEC-D56D-B585-35302C420ABD}"/>
              </a:ext>
            </a:extLst>
          </p:cNvPr>
          <p:cNvSpPr txBox="1"/>
          <p:nvPr/>
        </p:nvSpPr>
        <p:spPr>
          <a:xfrm>
            <a:off x="5754952" y="4820740"/>
            <a:ext cx="952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send Viewer and Display 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2EB405-D92C-2C47-7240-43A63FE1B412}"/>
              </a:ext>
            </a:extLst>
          </p:cNvPr>
          <p:cNvSpPr txBox="1"/>
          <p:nvPr/>
        </p:nvSpPr>
        <p:spPr>
          <a:xfrm>
            <a:off x="6513995" y="5192052"/>
            <a:ext cx="495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DE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create</a:t>
            </a:r>
            <a:br>
              <a:rPr lang="en-US" dirty="0"/>
            </a:br>
            <a:r>
              <a:rPr lang="en-US" dirty="0"/>
              <a:t>Viewer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7D5E6D-8911-2CA1-A3CA-E46ABED54C18}"/>
              </a:ext>
            </a:extLst>
          </p:cNvPr>
          <p:cNvCxnSpPr>
            <a:cxnSpLocks/>
          </p:cNvCxnSpPr>
          <p:nvPr/>
        </p:nvCxnSpPr>
        <p:spPr>
          <a:xfrm flipV="1">
            <a:off x="6987266" y="5038408"/>
            <a:ext cx="0" cy="638666"/>
          </a:xfrm>
          <a:prstGeom prst="line">
            <a:avLst/>
          </a:prstGeom>
          <a:ln w="12700">
            <a:solidFill>
              <a:schemeClr val="accent5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1">
            <a:extLst>
              <a:ext uri="{FF2B5EF4-FFF2-40B4-BE49-F238E27FC236}">
                <a16:creationId xmlns:a16="http://schemas.microsoft.com/office/drawing/2014/main" id="{AAF85AF9-9804-15F6-2B75-F300308956E6}"/>
              </a:ext>
            </a:extLst>
          </p:cNvPr>
          <p:cNvCxnSpPr>
            <a:cxnSpLocks/>
            <a:stCxn id="23" idx="1"/>
            <a:endCxn id="22" idx="2"/>
          </p:cNvCxnSpPr>
          <p:nvPr/>
        </p:nvCxnSpPr>
        <p:spPr>
          <a:xfrm rot="10800000">
            <a:off x="6231209" y="5159295"/>
            <a:ext cx="282786" cy="202035"/>
          </a:xfrm>
          <a:prstGeom prst="curved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54DD6DC-E7DC-136A-D584-2D6D6628B46E}"/>
              </a:ext>
            </a:extLst>
          </p:cNvPr>
          <p:cNvSpPr/>
          <p:nvPr/>
        </p:nvSpPr>
        <p:spPr>
          <a:xfrm>
            <a:off x="10207690" y="1318727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BD7439-CAAB-E962-B086-ABC1627B1D95}"/>
              </a:ext>
            </a:extLst>
          </p:cNvPr>
          <p:cNvSpPr/>
          <p:nvPr/>
        </p:nvSpPr>
        <p:spPr>
          <a:xfrm>
            <a:off x="10207690" y="3080332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0D4E0-3407-E9E2-EED5-F0FD82B02282}"/>
              </a:ext>
            </a:extLst>
          </p:cNvPr>
          <p:cNvSpPr txBox="1"/>
          <p:nvPr/>
        </p:nvSpPr>
        <p:spPr>
          <a:xfrm>
            <a:off x="296902" y="298533"/>
            <a:ext cx="12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94573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6D13-C629-F431-6758-76CF3071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507">
            <a:extLst>
              <a:ext uri="{FF2B5EF4-FFF2-40B4-BE49-F238E27FC236}">
                <a16:creationId xmlns:a16="http://schemas.microsoft.com/office/drawing/2014/main" id="{1413E514-1935-C0F1-4861-1E3D01BEDE01}"/>
              </a:ext>
            </a:extLst>
          </p:cNvPr>
          <p:cNvSpPr/>
          <p:nvPr/>
        </p:nvSpPr>
        <p:spPr>
          <a:xfrm>
            <a:off x="8384695" y="2627886"/>
            <a:ext cx="93489" cy="54864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5E01B0-8EF4-D926-2793-B90C312790A7}"/>
              </a:ext>
            </a:extLst>
          </p:cNvPr>
          <p:cNvSpPr/>
          <p:nvPr/>
        </p:nvSpPr>
        <p:spPr>
          <a:xfrm>
            <a:off x="6740760" y="2627886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(1.1.2)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BCD02BC5-1540-710C-21B0-B5ED3959CC67}"/>
              </a:ext>
            </a:extLst>
          </p:cNvPr>
          <p:cNvCxnSpPr>
            <a:cxnSpLocks/>
          </p:cNvCxnSpPr>
          <p:nvPr/>
        </p:nvCxnSpPr>
        <p:spPr>
          <a:xfrm>
            <a:off x="1440908" y="3774004"/>
            <a:ext cx="10609130" cy="0"/>
          </a:xfrm>
          <a:prstGeom prst="line">
            <a:avLst/>
          </a:prstGeom>
          <a:ln w="9525">
            <a:solidFill>
              <a:srgbClr val="FF0000">
                <a:alpha val="49833"/>
              </a:srgb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714EDB-81A2-63D6-DB01-590B06D9C958}"/>
              </a:ext>
            </a:extLst>
          </p:cNvPr>
          <p:cNvSpPr/>
          <p:nvPr/>
        </p:nvSpPr>
        <p:spPr>
          <a:xfrm>
            <a:off x="3526534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ocp_viewer</a:t>
            </a:r>
            <a:b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(1.2.0)</a:t>
            </a:r>
            <a:endParaRPr lang="en-DE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0A7718-836F-188B-8E67-A296ED6B303D}"/>
              </a:ext>
            </a:extLst>
          </p:cNvPr>
          <p:cNvSpPr/>
          <p:nvPr/>
        </p:nvSpPr>
        <p:spPr>
          <a:xfrm>
            <a:off x="9932617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jupyter_cadquery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10952A-9F2B-E281-286E-1A2DD5292344}"/>
              </a:ext>
            </a:extLst>
          </p:cNvPr>
          <p:cNvSpPr/>
          <p:nvPr/>
        </p:nvSpPr>
        <p:spPr>
          <a:xfrm>
            <a:off x="9932617" y="2627885"/>
            <a:ext cx="1905031" cy="54864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141DC7-4A1A-9927-299A-AFDD1E905CEF}"/>
              </a:ext>
            </a:extLst>
          </p:cNvPr>
          <p:cNvSpPr/>
          <p:nvPr/>
        </p:nvSpPr>
        <p:spPr>
          <a:xfrm>
            <a:off x="5651722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ocp_vscode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411E46-1552-EF8A-6157-812EFA8FAC7F}"/>
              </a:ext>
            </a:extLst>
          </p:cNvPr>
          <p:cNvSpPr/>
          <p:nvPr/>
        </p:nvSpPr>
        <p:spPr>
          <a:xfrm>
            <a:off x="7792170" y="866280"/>
            <a:ext cx="1905031" cy="5486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build123d_studio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(0.9.0)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B34281-C89A-4399-CAED-C5A1B7B1D326}"/>
              </a:ext>
            </a:extLst>
          </p:cNvPr>
          <p:cNvSpPr/>
          <p:nvPr/>
        </p:nvSpPr>
        <p:spPr>
          <a:xfrm>
            <a:off x="1501473" y="2628529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ocp-tessellate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(3.6.3)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822A1A-781A-1F88-706A-149A53177594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406504" y="2902206"/>
            <a:ext cx="3334256" cy="643"/>
          </a:xfrm>
          <a:prstGeom prst="line">
            <a:avLst/>
          </a:prstGeom>
          <a:ln w="12700">
            <a:solidFill>
              <a:schemeClr val="accent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20B1D2-288E-6662-CC2C-624A42AE2F1C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5479680" y="414290"/>
            <a:ext cx="1212966" cy="3214226"/>
          </a:xfrm>
          <a:prstGeom prst="curvedConnector3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BE4A3E-9B6E-58FF-FE1F-1E99D7C3889C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6542274" y="1476884"/>
            <a:ext cx="1212966" cy="1089038"/>
          </a:xfrm>
          <a:prstGeom prst="curvedConnector3">
            <a:avLst/>
          </a:prstGeom>
          <a:ln w="12700">
            <a:solidFill>
              <a:schemeClr val="accent5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0ABC8F-12D6-33C8-A62E-0A274D360BE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7612498" y="1495698"/>
            <a:ext cx="1212966" cy="1051410"/>
          </a:xfrm>
          <a:prstGeom prst="curvedConnector3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9C79B2-5499-3115-DC56-52B36CC1FD81}"/>
              </a:ext>
            </a:extLst>
          </p:cNvPr>
          <p:cNvCxnSpPr>
            <a:cxnSpLocks/>
            <a:stCxn id="32" idx="2"/>
            <a:endCxn id="508" idx="0"/>
          </p:cNvCxnSpPr>
          <p:nvPr/>
        </p:nvCxnSpPr>
        <p:spPr>
          <a:xfrm rot="5400000">
            <a:off x="8735810" y="1110550"/>
            <a:ext cx="1212966" cy="1821706"/>
          </a:xfrm>
          <a:prstGeom prst="curvedConnector3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F91884-F834-533B-A825-B2B195743B5B}"/>
              </a:ext>
            </a:extLst>
          </p:cNvPr>
          <p:cNvSpPr/>
          <p:nvPr/>
        </p:nvSpPr>
        <p:spPr>
          <a:xfrm>
            <a:off x="6740760" y="5677074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three-cad-viewer</a:t>
            </a:r>
            <a:b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(5.1,3)</a:t>
            </a:r>
            <a:endParaRPr lang="en-DE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AD5FD44-1BF3-8822-8EEB-D6CD1E5B3C49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V="1">
            <a:off x="7693276" y="5038408"/>
            <a:ext cx="0" cy="638666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B1D0B5CC-AF2E-C27C-D8BE-BEC23B5F42DC}"/>
              </a:ext>
            </a:extLst>
          </p:cNvPr>
          <p:cNvSpPr/>
          <p:nvPr/>
        </p:nvSpPr>
        <p:spPr>
          <a:xfrm>
            <a:off x="6740760" y="4489768"/>
            <a:ext cx="1905031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ocp-viewer-core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(1.1.0)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88EF440-FCBE-9C1F-1789-08B1D44DA754}"/>
              </a:ext>
            </a:extLst>
          </p:cNvPr>
          <p:cNvCxnSpPr>
            <a:cxnSpLocks/>
            <a:stCxn id="9" idx="2"/>
            <a:endCxn id="111" idx="0"/>
          </p:cNvCxnSpPr>
          <p:nvPr/>
        </p:nvCxnSpPr>
        <p:spPr>
          <a:xfrm>
            <a:off x="7693276" y="3176526"/>
            <a:ext cx="0" cy="1313242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D8FAC90-2217-41C6-4104-F0233F6ACBFA}"/>
              </a:ext>
            </a:extLst>
          </p:cNvPr>
          <p:cNvSpPr/>
          <p:nvPr/>
        </p:nvSpPr>
        <p:spPr>
          <a:xfrm>
            <a:off x="5651723" y="305393"/>
            <a:ext cx="1905030" cy="3556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6C535D-5213-EEE3-7031-90F767110842}"/>
              </a:ext>
            </a:extLst>
          </p:cNvPr>
          <p:cNvSpPr/>
          <p:nvPr/>
        </p:nvSpPr>
        <p:spPr>
          <a:xfrm>
            <a:off x="3511275" y="305393"/>
            <a:ext cx="1905031" cy="3556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547D903-6595-BBCD-C32B-DB0D7844DB5F}"/>
              </a:ext>
            </a:extLst>
          </p:cNvPr>
          <p:cNvSpPr/>
          <p:nvPr/>
        </p:nvSpPr>
        <p:spPr>
          <a:xfrm>
            <a:off x="9932617" y="305393"/>
            <a:ext cx="1905031" cy="3556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Jupyter Lab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B0D092D4-19F1-0C34-E64A-D5FB6B118E4D}"/>
              </a:ext>
            </a:extLst>
          </p:cNvPr>
          <p:cNvSpPr/>
          <p:nvPr/>
        </p:nvSpPr>
        <p:spPr>
          <a:xfrm>
            <a:off x="7792170" y="305393"/>
            <a:ext cx="1905031" cy="3556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cxnSp>
        <p:nvCxnSpPr>
          <p:cNvPr id="253" name="Straight Connector 34">
            <a:extLst>
              <a:ext uri="{FF2B5EF4-FFF2-40B4-BE49-F238E27FC236}">
                <a16:creationId xmlns:a16="http://schemas.microsoft.com/office/drawing/2014/main" id="{191C504A-EA95-C954-1088-0D8F575D1FC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885133" y="1414920"/>
            <a:ext cx="0" cy="1212965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AD195880-5AB4-341B-931F-BDE496A2C54E}"/>
              </a:ext>
            </a:extLst>
          </p:cNvPr>
          <p:cNvSpPr/>
          <p:nvPr/>
        </p:nvSpPr>
        <p:spPr>
          <a:xfrm>
            <a:off x="1391704" y="4152357"/>
            <a:ext cx="2374815" cy="293802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 Page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EF316AE2-E660-4634-8CD2-04B44FDD374C}"/>
              </a:ext>
            </a:extLst>
          </p:cNvPr>
          <p:cNvSpPr/>
          <p:nvPr/>
        </p:nvSpPr>
        <p:spPr>
          <a:xfrm>
            <a:off x="1391704" y="4617187"/>
            <a:ext cx="1212899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1A03720D-81B3-B35C-ABE1-BAE1A85F1DF2}"/>
              </a:ext>
            </a:extLst>
          </p:cNvPr>
          <p:cNvSpPr/>
          <p:nvPr/>
        </p:nvSpPr>
        <p:spPr>
          <a:xfrm>
            <a:off x="1391704" y="5088223"/>
            <a:ext cx="2374815" cy="293802"/>
          </a:xfrm>
          <a:prstGeom prst="roundRect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0" rIns="36000" bIns="0" rtlCol="0" anchor="ctr"/>
          <a:lstStyle/>
          <a:p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7" name="Straight Connector 31">
            <a:extLst>
              <a:ext uri="{FF2B5EF4-FFF2-40B4-BE49-F238E27FC236}">
                <a16:creationId xmlns:a16="http://schemas.microsoft.com/office/drawing/2014/main" id="{50912CA8-788D-30B4-F137-AF93F5B35431}"/>
              </a:ext>
            </a:extLst>
          </p:cNvPr>
          <p:cNvCxnSpPr>
            <a:cxnSpLocks/>
            <a:stCxn id="111" idx="1"/>
            <a:endCxn id="263" idx="3"/>
          </p:cNvCxnSpPr>
          <p:nvPr/>
        </p:nvCxnSpPr>
        <p:spPr>
          <a:xfrm rot="10800000">
            <a:off x="3766520" y="4299258"/>
            <a:ext cx="2974241" cy="46483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31">
            <a:extLst>
              <a:ext uri="{FF2B5EF4-FFF2-40B4-BE49-F238E27FC236}">
                <a16:creationId xmlns:a16="http://schemas.microsoft.com/office/drawing/2014/main" id="{BDEFACD5-FA08-43E1-5EFC-ADF94AD05F73}"/>
              </a:ext>
            </a:extLst>
          </p:cNvPr>
          <p:cNvCxnSpPr>
            <a:cxnSpLocks/>
            <a:stCxn id="111" idx="1"/>
            <a:endCxn id="522" idx="3"/>
          </p:cNvCxnSpPr>
          <p:nvPr/>
        </p:nvCxnSpPr>
        <p:spPr>
          <a:xfrm flipH="1">
            <a:off x="3768402" y="4764088"/>
            <a:ext cx="2972358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31">
            <a:extLst>
              <a:ext uri="{FF2B5EF4-FFF2-40B4-BE49-F238E27FC236}">
                <a16:creationId xmlns:a16="http://schemas.microsoft.com/office/drawing/2014/main" id="{7D2E4376-0988-C222-3D1E-67D2AB10674E}"/>
              </a:ext>
            </a:extLst>
          </p:cNvPr>
          <p:cNvCxnSpPr>
            <a:cxnSpLocks/>
            <a:stCxn id="111" idx="1"/>
            <a:endCxn id="265" idx="3"/>
          </p:cNvCxnSpPr>
          <p:nvPr/>
        </p:nvCxnSpPr>
        <p:spPr>
          <a:xfrm rot="10800000" flipV="1">
            <a:off x="3766520" y="4764088"/>
            <a:ext cx="2974241" cy="471036"/>
          </a:xfrm>
          <a:prstGeom prst="curvedConnector3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1CE33FAD-065C-FD17-B441-FA3819F7DB5A}"/>
              </a:ext>
            </a:extLst>
          </p:cNvPr>
          <p:cNvCxnSpPr>
            <a:cxnSpLocks/>
            <a:stCxn id="464" idx="1"/>
            <a:endCxn id="111" idx="3"/>
          </p:cNvCxnSpPr>
          <p:nvPr/>
        </p:nvCxnSpPr>
        <p:spPr>
          <a:xfrm flipH="1">
            <a:off x="8645791" y="4764088"/>
            <a:ext cx="1286826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FAB3BD0B-E7AC-AC91-5AF2-F7BA66DC2C10}"/>
              </a:ext>
            </a:extLst>
          </p:cNvPr>
          <p:cNvSpPr txBox="1"/>
          <p:nvPr/>
        </p:nvSpPr>
        <p:spPr>
          <a:xfrm>
            <a:off x="1094557" y="3490992"/>
            <a:ext cx="14355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rgbClr val="FF0000"/>
                </a:solidFill>
              </a:rPr>
              <a:t>Python</a:t>
            </a:r>
          </a:p>
          <a:p>
            <a:pPr algn="ctr"/>
            <a:endParaRPr lang="en-US" sz="1000" i="1" dirty="0">
              <a:solidFill>
                <a:srgbClr val="FF0000"/>
              </a:solidFill>
            </a:endParaRPr>
          </a:p>
          <a:p>
            <a:pPr algn="ctr"/>
            <a:r>
              <a:rPr lang="en-US" sz="1000" i="1" dirty="0">
                <a:solidFill>
                  <a:srgbClr val="FF0000"/>
                </a:solidFill>
              </a:rPr>
              <a:t>JavaScript</a:t>
            </a:r>
          </a:p>
        </p:txBody>
      </p: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FAB15208-F4C9-589D-3831-B9ED6D7CC23F}"/>
              </a:ext>
            </a:extLst>
          </p:cNvPr>
          <p:cNvSpPr/>
          <p:nvPr/>
        </p:nvSpPr>
        <p:spPr>
          <a:xfrm>
            <a:off x="9932617" y="4489768"/>
            <a:ext cx="1905031" cy="54864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cad_viewer_widget</a:t>
            </a:r>
            <a:b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(4.2.0)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68" name="Straight Connector 34">
            <a:extLst>
              <a:ext uri="{FF2B5EF4-FFF2-40B4-BE49-F238E27FC236}">
                <a16:creationId xmlns:a16="http://schemas.microsoft.com/office/drawing/2014/main" id="{D317D855-6E41-0B98-F514-02D706B24DCC}"/>
              </a:ext>
            </a:extLst>
          </p:cNvPr>
          <p:cNvCxnSpPr>
            <a:cxnSpLocks/>
            <a:stCxn id="7" idx="2"/>
            <a:endCxn id="464" idx="0"/>
          </p:cNvCxnSpPr>
          <p:nvPr/>
        </p:nvCxnSpPr>
        <p:spPr>
          <a:xfrm>
            <a:off x="10885133" y="3176525"/>
            <a:ext cx="0" cy="1313243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D82C586-8CA3-86F2-33DE-E741FF55DB38}"/>
              </a:ext>
            </a:extLst>
          </p:cNvPr>
          <p:cNvSpPr/>
          <p:nvPr/>
        </p:nvSpPr>
        <p:spPr>
          <a:xfrm>
            <a:off x="230271" y="4153184"/>
            <a:ext cx="1266590" cy="29297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Standalone</a:t>
            </a:r>
            <a:endParaRPr lang="en-DE" sz="1600" dirty="0">
              <a:solidFill>
                <a:schemeClr val="bg1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57BB3EB0-3EFA-FAC2-216B-8DCCD7074408}"/>
              </a:ext>
            </a:extLst>
          </p:cNvPr>
          <p:cNvSpPr/>
          <p:nvPr/>
        </p:nvSpPr>
        <p:spPr>
          <a:xfrm>
            <a:off x="230271" y="4617186"/>
            <a:ext cx="1266590" cy="29380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VS Code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52A3B61-9AF0-1497-2443-C0946B77948B}"/>
              </a:ext>
            </a:extLst>
          </p:cNvPr>
          <p:cNvSpPr/>
          <p:nvPr/>
        </p:nvSpPr>
        <p:spPr>
          <a:xfrm>
            <a:off x="230271" y="5088221"/>
            <a:ext cx="1266590" cy="29380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Neutralinojs</a:t>
            </a:r>
            <a:endParaRPr lang="en-DE" sz="1600" dirty="0">
              <a:solidFill>
                <a:schemeClr val="bg1"/>
              </a:solidFill>
            </a:endParaRPr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F4747416-89DD-9C3E-F882-23EDFD31BAF2}"/>
              </a:ext>
            </a:extLst>
          </p:cNvPr>
          <p:cNvGrpSpPr/>
          <p:nvPr/>
        </p:nvGrpSpPr>
        <p:grpSpPr>
          <a:xfrm>
            <a:off x="6648112" y="4439496"/>
            <a:ext cx="298480" cy="246221"/>
            <a:chOff x="2303589" y="1482334"/>
            <a:chExt cx="298480" cy="246221"/>
          </a:xfrm>
        </p:grpSpPr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48978988-BCF0-70FA-7CB6-8EC8A23121DB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624F0023-6689-57F3-9E79-95636D20AA85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B6C1CF42-8B6B-67D1-ED95-175073419811}"/>
              </a:ext>
            </a:extLst>
          </p:cNvPr>
          <p:cNvGrpSpPr/>
          <p:nvPr/>
        </p:nvGrpSpPr>
        <p:grpSpPr>
          <a:xfrm>
            <a:off x="3400345" y="821505"/>
            <a:ext cx="316112" cy="246221"/>
            <a:chOff x="1821555" y="1112772"/>
            <a:chExt cx="316112" cy="246221"/>
          </a:xfrm>
        </p:grpSpPr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DB716EDD-B599-9907-7FA2-43F7E9E24917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5ABF78FA-8279-EB9B-485A-A98AEFEA156D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63C6DB0F-C03E-9939-DFD7-F7A93D65C768}"/>
              </a:ext>
            </a:extLst>
          </p:cNvPr>
          <p:cNvGrpSpPr/>
          <p:nvPr/>
        </p:nvGrpSpPr>
        <p:grpSpPr>
          <a:xfrm>
            <a:off x="5543483" y="821505"/>
            <a:ext cx="316112" cy="246221"/>
            <a:chOff x="1821555" y="1112772"/>
            <a:chExt cx="316112" cy="246221"/>
          </a:xfrm>
        </p:grpSpPr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2AF5FEDD-C2F7-F4C9-B82B-B75E8EC51DF8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44FF2BC5-C4C9-E8DA-1AC5-21095C28C2B2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12B65863-13E1-3CD0-6DDB-1D323802FAFF}"/>
              </a:ext>
            </a:extLst>
          </p:cNvPr>
          <p:cNvGrpSpPr/>
          <p:nvPr/>
        </p:nvGrpSpPr>
        <p:grpSpPr>
          <a:xfrm>
            <a:off x="7705046" y="821505"/>
            <a:ext cx="316113" cy="246221"/>
            <a:chOff x="1827818" y="1112772"/>
            <a:chExt cx="316112" cy="246221"/>
          </a:xfrm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CD1C52DD-02AC-98B4-3E45-C440ABCD80DC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DF3B346F-DC66-3671-A128-1594EC9C2B5E}"/>
                </a:ext>
              </a:extLst>
            </p:cNvPr>
            <p:cNvSpPr txBox="1"/>
            <p:nvPr/>
          </p:nvSpPr>
          <p:spPr>
            <a:xfrm>
              <a:off x="1827818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A35F3710-8AC5-ABA4-9FC6-DF78A0C829B0}"/>
              </a:ext>
            </a:extLst>
          </p:cNvPr>
          <p:cNvGrpSpPr/>
          <p:nvPr/>
        </p:nvGrpSpPr>
        <p:grpSpPr>
          <a:xfrm>
            <a:off x="9816505" y="821505"/>
            <a:ext cx="316112" cy="246221"/>
            <a:chOff x="1821555" y="1112772"/>
            <a:chExt cx="316112" cy="246221"/>
          </a:xfrm>
        </p:grpSpPr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8D1DF7BB-DEC8-88CB-D7F1-2C7C69D4C8B9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C49E0658-EC46-41E1-0F40-537B2F77AA62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53292E09-CD60-FD01-4EFB-258931425A5C}"/>
              </a:ext>
            </a:extLst>
          </p:cNvPr>
          <p:cNvGrpSpPr/>
          <p:nvPr/>
        </p:nvGrpSpPr>
        <p:grpSpPr>
          <a:xfrm>
            <a:off x="6638579" y="2580677"/>
            <a:ext cx="316112" cy="246221"/>
            <a:chOff x="1821555" y="1112772"/>
            <a:chExt cx="316112" cy="246221"/>
          </a:xfrm>
        </p:grpSpPr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58CC4026-7E4F-B014-C3FB-07AE012190F7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FBF9B260-FACD-4D19-A23D-626107E74959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E4D67E16-ACE1-1B72-1736-251231C888B1}"/>
              </a:ext>
            </a:extLst>
          </p:cNvPr>
          <p:cNvGrpSpPr/>
          <p:nvPr/>
        </p:nvGrpSpPr>
        <p:grpSpPr>
          <a:xfrm>
            <a:off x="9827036" y="2580677"/>
            <a:ext cx="316112" cy="246221"/>
            <a:chOff x="1821555" y="1112772"/>
            <a:chExt cx="316112" cy="246221"/>
          </a:xfrm>
        </p:grpSpPr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C75E9DA0-09CD-B2F3-42FC-FA1BD80D60BD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FF600F01-B3ED-DD11-2396-AD31C0DB700A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DAB5DBE5-F4F8-A0B5-A9DF-A6A8023A443E}"/>
              </a:ext>
            </a:extLst>
          </p:cNvPr>
          <p:cNvGrpSpPr/>
          <p:nvPr/>
        </p:nvGrpSpPr>
        <p:grpSpPr>
          <a:xfrm>
            <a:off x="9819616" y="4439496"/>
            <a:ext cx="298480" cy="246221"/>
            <a:chOff x="2303589" y="1482334"/>
            <a:chExt cx="298480" cy="246221"/>
          </a:xfrm>
        </p:grpSpPr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025ED184-B3F7-127D-27E8-8642686FA5CB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F22AEBCD-F54F-EA7E-AC46-48774B325D6B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1A4927DC-83FB-08EA-F7F4-F12AECDD018F}"/>
              </a:ext>
            </a:extLst>
          </p:cNvPr>
          <p:cNvGrpSpPr/>
          <p:nvPr/>
        </p:nvGrpSpPr>
        <p:grpSpPr>
          <a:xfrm>
            <a:off x="6648112" y="5621190"/>
            <a:ext cx="298480" cy="246221"/>
            <a:chOff x="2303589" y="1482334"/>
            <a:chExt cx="298480" cy="246221"/>
          </a:xfrm>
        </p:grpSpPr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B6ADA519-1836-153D-ACCB-258445C2E66B}"/>
                </a:ext>
              </a:extLst>
            </p:cNvPr>
            <p:cNvSpPr/>
            <p:nvPr/>
          </p:nvSpPr>
          <p:spPr>
            <a:xfrm>
              <a:off x="2348639" y="1510162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326E6E8C-C749-07F1-7B2A-941FD2B11D4D}"/>
                </a:ext>
              </a:extLst>
            </p:cNvPr>
            <p:cNvSpPr txBox="1"/>
            <p:nvPr/>
          </p:nvSpPr>
          <p:spPr>
            <a:xfrm>
              <a:off x="2303589" y="1482334"/>
              <a:ext cx="2984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JS</a:t>
              </a:r>
            </a:p>
          </p:txBody>
        </p:sp>
      </p:grp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195FFF1A-945B-6A3B-C89C-3F2B44F15FD8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8645791" y="2902205"/>
            <a:ext cx="1286826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Rounded Rectangle 521">
            <a:extLst>
              <a:ext uri="{FF2B5EF4-FFF2-40B4-BE49-F238E27FC236}">
                <a16:creationId xmlns:a16="http://schemas.microsoft.com/office/drawing/2014/main" id="{1B6B6842-B1C1-1451-B776-C96E3E39AE3E}"/>
              </a:ext>
            </a:extLst>
          </p:cNvPr>
          <p:cNvSpPr/>
          <p:nvPr/>
        </p:nvSpPr>
        <p:spPr>
          <a:xfrm>
            <a:off x="2790554" y="4617187"/>
            <a:ext cx="977848" cy="293802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36000" b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WebView</a:t>
            </a:r>
            <a:endParaRPr lang="en-DE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5" name="Straight Connector 31">
            <a:extLst>
              <a:ext uri="{FF2B5EF4-FFF2-40B4-BE49-F238E27FC236}">
                <a16:creationId xmlns:a16="http://schemas.microsoft.com/office/drawing/2014/main" id="{7E24E7A1-D620-7001-A1A5-A8AA2F4097E0}"/>
              </a:ext>
            </a:extLst>
          </p:cNvPr>
          <p:cNvCxnSpPr>
            <a:cxnSpLocks/>
            <a:stCxn id="264" idx="3"/>
            <a:endCxn id="522" idx="1"/>
          </p:cNvCxnSpPr>
          <p:nvPr/>
        </p:nvCxnSpPr>
        <p:spPr>
          <a:xfrm>
            <a:off x="2604603" y="4764088"/>
            <a:ext cx="185951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D6F26095-0A94-2BBD-E618-AF609F448047}"/>
              </a:ext>
            </a:extLst>
          </p:cNvPr>
          <p:cNvGrpSpPr/>
          <p:nvPr/>
        </p:nvGrpSpPr>
        <p:grpSpPr>
          <a:xfrm>
            <a:off x="1397131" y="2580677"/>
            <a:ext cx="316112" cy="246221"/>
            <a:chOff x="1821555" y="1112772"/>
            <a:chExt cx="316112" cy="246221"/>
          </a:xfrm>
        </p:grpSpPr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BB4202FD-C1A1-7A79-05EB-AA3D8B1BF5BF}"/>
                </a:ext>
              </a:extLst>
            </p:cNvPr>
            <p:cNvSpPr/>
            <p:nvPr/>
          </p:nvSpPr>
          <p:spPr>
            <a:xfrm>
              <a:off x="1879045" y="1140600"/>
              <a:ext cx="201132" cy="1905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002650C5-D573-45AB-BD1D-B3A2F4A3452E}"/>
                </a:ext>
              </a:extLst>
            </p:cNvPr>
            <p:cNvSpPr txBox="1"/>
            <p:nvPr/>
          </p:nvSpPr>
          <p:spPr>
            <a:xfrm>
              <a:off x="1821555" y="1112772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Py</a:t>
              </a:r>
            </a:p>
          </p:txBody>
        </p:sp>
      </p:grpSp>
      <p:cxnSp>
        <p:nvCxnSpPr>
          <p:cNvPr id="14" name="Straight Connector 312">
            <a:extLst>
              <a:ext uri="{FF2B5EF4-FFF2-40B4-BE49-F238E27FC236}">
                <a16:creationId xmlns:a16="http://schemas.microsoft.com/office/drawing/2014/main" id="{3AD0A9AD-8489-D61B-CB2A-419FC91C3D15}"/>
              </a:ext>
            </a:extLst>
          </p:cNvPr>
          <p:cNvCxnSpPr>
            <a:cxnSpLocks/>
            <a:stCxn id="464" idx="2"/>
            <a:endCxn id="105" idx="3"/>
          </p:cNvCxnSpPr>
          <p:nvPr/>
        </p:nvCxnSpPr>
        <p:spPr>
          <a:xfrm rot="5400000">
            <a:off x="9308969" y="4375230"/>
            <a:ext cx="912986" cy="2239342"/>
          </a:xfrm>
          <a:prstGeom prst="bentConnector2">
            <a:avLst/>
          </a:prstGeom>
          <a:ln w="12700">
            <a:solidFill>
              <a:schemeClr val="accent6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5E32701-C5E2-0CDC-43EB-7D9DAE38C748}"/>
              </a:ext>
            </a:extLst>
          </p:cNvPr>
          <p:cNvSpPr/>
          <p:nvPr/>
        </p:nvSpPr>
        <p:spPr>
          <a:xfrm>
            <a:off x="10207690" y="1318727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F1325B-7FDD-EC28-75AC-D6CBE19324F3}"/>
              </a:ext>
            </a:extLst>
          </p:cNvPr>
          <p:cNvSpPr/>
          <p:nvPr/>
        </p:nvSpPr>
        <p:spPr>
          <a:xfrm>
            <a:off x="10207690" y="3080332"/>
            <a:ext cx="90912" cy="9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BBDC4-BC32-F277-C7D7-917DDA5A5166}"/>
              </a:ext>
            </a:extLst>
          </p:cNvPr>
          <p:cNvSpPr txBox="1"/>
          <p:nvPr/>
        </p:nvSpPr>
        <p:spPr>
          <a:xfrm>
            <a:off x="296902" y="298533"/>
            <a:ext cx="1311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2026-09-18</a:t>
            </a:r>
          </a:p>
        </p:txBody>
      </p:sp>
    </p:spTree>
    <p:extLst>
      <p:ext uri="{BB962C8B-B14F-4D97-AF65-F5344CB8AC3E}">
        <p14:creationId xmlns:p14="http://schemas.microsoft.com/office/powerpoint/2010/main" val="388029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12626</TotalTime>
  <Words>792</Words>
  <Application>Microsoft Macintosh PowerPoint</Application>
  <PresentationFormat>Widescreen</PresentationFormat>
  <Paragraphs>230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OLD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Bernhard Walter</dc:creator>
  <cp:lastModifiedBy>Bernhard Walter</cp:lastModifiedBy>
  <cp:revision>40</cp:revision>
  <cp:lastPrinted>2026-09-15T08:42:28Z</cp:lastPrinted>
  <dcterms:created xsi:type="dcterms:W3CDTF">2025-04-13T11:06:09Z</dcterms:created>
  <dcterms:modified xsi:type="dcterms:W3CDTF">2026-10-19T16:17:38Z</dcterms:modified>
</cp:coreProperties>
</file>