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70"/>
    <p:restoredTop sz="94828"/>
  </p:normalViewPr>
  <p:slideViewPr>
    <p:cSldViewPr snapToGrid="0">
      <p:cViewPr varScale="1">
        <p:scale>
          <a:sx n="241" d="100"/>
          <a:sy n="241" d="100"/>
        </p:scale>
        <p:origin x="22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9/15/26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(0.6.3)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(5.0.6)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Flask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2026-09-15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(0.6.3)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(5.0.6)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Flask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2026-09-15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7278</TotalTime>
  <Words>264</Words>
  <Application>Microsoft Macintosh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24</cp:revision>
  <cp:lastPrinted>2026-09-15T08:42:28Z</cp:lastPrinted>
  <dcterms:created xsi:type="dcterms:W3CDTF">2025-04-13T11:06:09Z</dcterms:created>
  <dcterms:modified xsi:type="dcterms:W3CDTF">2026-09-15T17:00:00Z</dcterms:modified>
</cp:coreProperties>
</file>