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4729"/>
  </p:normalViewPr>
  <p:slideViewPr>
    <p:cSldViewPr snapToGrid="0">
      <p:cViewPr varScale="1">
        <p:scale>
          <a:sx n="228" d="100"/>
          <a:sy n="228" d="100"/>
        </p:scale>
        <p:origin x="5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48F71-165D-77F9-962D-9072DA185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3EE9C-4D2A-A060-1192-1C09F978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386B-A998-A91F-9BA7-2C99C4734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F834D-F640-CBA2-2AC4-C18072266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FE4AC-9A30-AC02-F78C-B5F417827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4846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CF806-C61D-6885-1857-5442A9E7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3F7D-B352-3530-1A13-3C0687789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42A0-FBFF-9DD6-2A1E-B78615163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49196-B804-D3E6-9BC4-02AB52DBE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E3A36-85FC-0643-3934-F5A9ECEC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90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66F55-7059-AA50-1828-E620B3CC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A3A05-C282-FA7F-A87D-592A3E23B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077F3-5BF3-0D77-E383-4644878CD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87CBE-0F7A-4A73-7ED2-8D6984EA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0E11B-5B7C-2163-8459-2B65534D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2495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25BB9-BCB6-F058-1463-43BA44AE9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5B859-5CA3-EC4B-52AF-3297DD9CCD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43CAE-5643-6428-637E-D3A0E96C6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9B6C20-5243-5D9C-339D-DF257FE71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8B713-B7BC-F5E5-3774-6DB74E800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572AD-8878-63AE-4201-8FEEFBB3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0209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B9219-AB2A-99AE-4EEA-182BC7E5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7F949-92F3-7FCC-5A60-F14A8F4B1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5E5EB-8F23-D533-E2DE-887AFB546B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4FBE3B-42BB-EB84-C488-E4ED6F2B8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4E16A1-9855-B521-3706-D50C38558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206A78-C60B-E46B-ED85-36131B7B3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5AE8B-45EB-9E01-CAEA-A8B9C3F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9897C-F9EB-6C66-7D56-60A3124C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44726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8E6D-E3CC-2E10-D7C0-1F437D668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DA930-4AA4-278D-DAC5-94F7A7237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DAAB31-C9B3-5E7A-A00B-1706FCE1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6FD3A0-E68E-A607-2F28-F590B5E98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66411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266943-333A-A2C7-63E3-7E304246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9C6CA-D52B-877E-C372-8C6E0262A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7ADC0-C86D-B654-3166-45ED6482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90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88DCF-502D-2CC7-BC64-6DB475A07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3D749-9666-D7E9-4C40-6B9173A49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5FC5B7-5A29-DD64-BE9D-2D69F557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362E0-988E-1309-8513-99F8FB1F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7DDD1-CC34-2EC6-1F06-C938EB0B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0C82A-243F-5411-18A5-DB6B6223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62854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72A17-7696-233D-967E-24379664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9D955E-9EF1-14F9-2D75-4B3CD234F1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5B9D3-BBD6-3C1E-1133-547704E53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4CE21-7D73-9DC0-0488-BD7E70D2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A5A4D-8D0E-3524-937E-1C54989C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BD7F1-3837-75BA-F058-29649D263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00422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4E0F-182C-5252-DD9F-E3215D1E3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A5269-D6C0-1190-DCAD-3A2334BFD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48829-6E82-7EE2-88B2-005E2E4A4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37223-40FD-B85E-799D-E29E54B8A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2B6A0-DEC9-0CEF-BC1A-D2269D0DB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0131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652B-2962-A462-4F37-41DF3CB78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275C2C-56EE-A4B5-95C4-B50EC49432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581BF-A4D7-A18B-51EC-8CB73E5E5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BEA0C-CE29-86B0-5A25-730448CB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0143F-41AC-0D33-56CF-A24CF03A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8268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49E45-4F9F-180A-B757-BF72AD0A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90FED-E4DE-2536-0A5B-D4D839CE7F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981E8-68DA-47F9-05DC-85C6B4765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1D7D-AB0C-854E-97E0-BC94A1E8DDD6}" type="datetimeFigureOut">
              <a:rPr lang="en-DE" smtClean="0"/>
              <a:t>9/16/26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8E7-80CB-C812-2BC4-3215B7D972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CB0E7-9F48-0507-E8BE-CF26970F0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67526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BFCC8E86-10C7-3CAB-FE28-ED1C0217F295}"/>
              </a:ext>
            </a:extLst>
          </p:cNvPr>
          <p:cNvSpPr/>
          <p:nvPr/>
        </p:nvSpPr>
        <p:spPr>
          <a:xfrm>
            <a:off x="8004130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976B2A5-D1E0-88CC-C81C-0870E92B6E10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9812083B-8605-4C81-281A-A8BF2B83722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81971B-411F-AFEB-07B5-DD427976D30F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6A85186-1323-F091-9FF5-A9ED9E8E1208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D82823-8510-F290-CF58-BA4E2486502D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8AC0AE-B831-0B9B-4FA4-EC8E81B2E1FE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5C7149-0CE4-331D-0F86-5C908FCA7D0C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(0.6.5)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026C42-C547-E2E0-5355-B4F4CCBCB67A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B129C09-88C7-9348-AF88-96B94BC8BE4B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AE65B4-36C3-7961-A286-2C13173A259E}"/>
              </a:ext>
            </a:extLst>
          </p:cNvPr>
          <p:cNvCxnSpPr>
            <a:cxnSpLocks/>
            <a:stCxn id="302" idx="4"/>
            <a:endCxn id="9" idx="0"/>
          </p:cNvCxnSpPr>
          <p:nvPr/>
        </p:nvCxnSpPr>
        <p:spPr>
          <a:xfrm rot="16200000" flipH="1">
            <a:off x="5702421" y="637030"/>
            <a:ext cx="764863" cy="3216848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F0ED15-D023-2B74-5A6D-862A78D73448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16200000" flipH="1">
            <a:off x="6765705" y="1700314"/>
            <a:ext cx="764863" cy="109028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9D0BC4-2F0C-25A5-EE86-330F39A4680D}"/>
              </a:ext>
            </a:extLst>
          </p:cNvPr>
          <p:cNvCxnSpPr>
            <a:cxnSpLocks/>
            <a:stCxn id="304" idx="4"/>
            <a:endCxn id="9" idx="0"/>
          </p:cNvCxnSpPr>
          <p:nvPr/>
        </p:nvCxnSpPr>
        <p:spPr>
          <a:xfrm rot="5400000">
            <a:off x="7836550" y="1719750"/>
            <a:ext cx="764863" cy="1051409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F381279-4E5C-DC51-5F0C-43AE26E23953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761342" y="1135265"/>
            <a:ext cx="782155" cy="2203087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2FA8CC70-CE8A-A1BA-135C-5523D879FC1A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(5.0.6)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4655EC-2CD5-E655-D93E-059FDAB0A0B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4E0B4DB7-6853-C2A6-FA9A-A8F391EB440E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52DA041-38D5-F445-2CB0-95102A8E2182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16200000" flipH="1">
            <a:off x="7391401" y="4187892"/>
            <a:ext cx="601005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90AF4D4-5186-D0D0-8213-9DFE6E255A8B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568631C-1E80-C2F2-A811-E99BC4D069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6570E0B-3B09-A55A-321C-E5337DD9382E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DE91FCB-8843-6E99-8508-CA2619F4480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E52B28F3-B6E0-EE67-8248-969DA64047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2359E289-234D-6F78-E414-9710414101C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22D808B4-29FE-E767-30BC-194A45BDFA95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9814CD18-442F-A22B-8A9F-7040438C3C2E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CACD783F-D9C3-B487-1184-3D8A0BAFD95A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F711ABDB-0001-4181-381B-05FDBD754CA2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A5836AD9-46AD-25C6-50E6-8CAB6B380F8F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DF4F24FD-793F-1A2D-4F89-8E6717831ADE}"/>
              </a:ext>
            </a:extLst>
          </p:cNvPr>
          <p:cNvSpPr/>
          <p:nvPr/>
        </p:nvSpPr>
        <p:spPr>
          <a:xfrm>
            <a:off x="9765462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49C6587F-A304-5E1E-E9B9-C3C26F56F896}"/>
              </a:ext>
            </a:extLst>
          </p:cNvPr>
          <p:cNvSpPr/>
          <p:nvPr/>
        </p:nvSpPr>
        <p:spPr>
          <a:xfrm>
            <a:off x="3816475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E62FBEBE-EBA2-D1A2-88FA-E36E4D680845}"/>
              </a:ext>
            </a:extLst>
          </p:cNvPr>
          <p:cNvSpPr/>
          <p:nvPr/>
        </p:nvSpPr>
        <p:spPr>
          <a:xfrm>
            <a:off x="6088896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C28EE09B-C304-4ECD-8758-3DEFE97510AA}"/>
              </a:ext>
            </a:extLst>
          </p:cNvPr>
          <p:cNvSpPr/>
          <p:nvPr/>
        </p:nvSpPr>
        <p:spPr>
          <a:xfrm>
            <a:off x="8264042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C6DA4E18-1B2A-F13D-0C5B-117882D612DC}"/>
              </a:ext>
            </a:extLst>
          </p:cNvPr>
          <p:cNvSpPr/>
          <p:nvPr/>
        </p:nvSpPr>
        <p:spPr>
          <a:xfrm>
            <a:off x="7300947" y="3631185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BDCB058F-03BD-0D50-BA0B-4CCDAA51B637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CD4638EA-7F07-EE82-96A6-CD4F20D08691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1014527B-EF73-B622-9052-564249392725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86A1CA0-4926-5186-0967-4A22C44E78B4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71EEE04B-32A3-F73B-3D86-78B516663694}"/>
              </a:ext>
            </a:extLst>
          </p:cNvPr>
          <p:cNvSpPr/>
          <p:nvPr/>
        </p:nvSpPr>
        <p:spPr>
          <a:xfrm>
            <a:off x="10521881" y="3636299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1AA0B35D-FB3C-0887-BF78-1A188036CF0D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8120BA8-1FDB-4016-8B3A-50B45F27E8C2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9AE6D8DA-539E-01E2-0FAE-92B3A9DEFBEA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35307D79-7ACE-5096-C5F2-333FF3C16E5E}"/>
              </a:ext>
            </a:extLst>
          </p:cNvPr>
          <p:cNvSpPr txBox="1"/>
          <p:nvPr/>
        </p:nvSpPr>
        <p:spPr>
          <a:xfrm>
            <a:off x="8616116" y="2620368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8D925945-365A-69B7-E66C-903295CDBB1B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3382ABD-6179-6F6D-C44A-AFFD0B22B93C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C157129A-72E5-ED2A-7250-1A6E53B335B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3890472B-CE89-D6ED-BC1E-F399D344344C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F414522-B508-6316-7114-B6D1397E2474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E640C25A-5CBF-EA40-7476-F7C742DBCB8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16E52D7E-BDF4-D56E-0419-E7514F7C0887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B74FD41A-1D5A-9FF5-3440-75A44FBBED26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B98D6A4C-EA90-060D-DC50-70C7A443ABE4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2CD8C07E-F8A6-C72E-C9C9-44AEE69F4CEB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5317449-6C03-1186-F0E7-09D458B5FF0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5DEBD7EF-FF67-2987-A01A-C443713F14E4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69093A83-7C4D-D01B-2958-404D6C5CEF8D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DF44BEDC-0F86-5398-6154-D20E0127FAD2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32FD35B5-3C66-21F8-783B-BBDC7E6E1CD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6C8EFB8A-8D97-98E6-F56E-5E83B15C1911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06AE4531-881D-1972-EF54-7DC4337BD5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2630204D-DEA2-E76B-BC40-A298C2C0F4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484A3E33-F5F7-A923-FF21-5A33E344082D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FC987155-85DF-F5AB-5FD7-CB7F6467F91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D31F1AA6-40A6-188D-6D20-EC01D9AC823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1DAAFD07-3562-A64B-D32C-E20F1B860CC6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B9C62F8C-6F8D-731E-9537-422969340094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24F2E1A0-DD78-FF38-750D-834CE3DD99F2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BB95E120-D829-ACC8-8D56-92A59AA6A60A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B7C341E-44CB-5BA9-8DC7-28626CFF3C63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168ACE6A-F88D-B45A-ACB3-473779A2B8E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sp>
        <p:nvSpPr>
          <p:cNvPr id="499" name="TextBox 498">
            <a:extLst>
              <a:ext uri="{FF2B5EF4-FFF2-40B4-BE49-F238E27FC236}">
                <a16:creationId xmlns:a16="http://schemas.microsoft.com/office/drawing/2014/main" id="{8D0482D5-4413-8FAD-3D80-0DB694A1871D}"/>
              </a:ext>
            </a:extLst>
          </p:cNvPr>
          <p:cNvSpPr txBox="1"/>
          <p:nvPr/>
        </p:nvSpPr>
        <p:spPr>
          <a:xfrm>
            <a:off x="4541841" y="2673967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01A7896-1814-AB61-4C7A-94ECF4C1F803}"/>
              </a:ext>
            </a:extLst>
          </p:cNvPr>
          <p:cNvSpPr txBox="1"/>
          <p:nvPr/>
        </p:nvSpPr>
        <p:spPr>
          <a:xfrm>
            <a:off x="7649434" y="5106818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E636AFEF-C37E-EC32-493E-C2028A583FB7}"/>
              </a:ext>
            </a:extLst>
          </p:cNvPr>
          <p:cNvSpPr txBox="1"/>
          <p:nvPr/>
        </p:nvSpPr>
        <p:spPr>
          <a:xfrm>
            <a:off x="7496994" y="3895516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DB1EAAFE-D066-2E98-C7FF-D6346D7FED8B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717471" y="3176525"/>
            <a:ext cx="535675" cy="306736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2AA42AB4-6253-4E9E-1C33-AF2F8EC4B2DA}"/>
              </a:ext>
            </a:extLst>
          </p:cNvPr>
          <p:cNvSpPr/>
          <p:nvPr/>
        </p:nvSpPr>
        <p:spPr>
          <a:xfrm>
            <a:off x="8744685" y="3354472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5A66B62A-C1EF-FACA-F593-FFF3B4575437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C0AC394B-B3DD-81E5-621D-579100595761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49484DD3-C59D-FC70-CEB0-8F26BD16BD65}"/>
              </a:ext>
            </a:extLst>
          </p:cNvPr>
          <p:cNvSpPr txBox="1"/>
          <p:nvPr/>
        </p:nvSpPr>
        <p:spPr>
          <a:xfrm>
            <a:off x="9744727" y="3898818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D967F9A-83E5-0D13-C6C7-D87E80381B9F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1E0649B4-20F3-6205-63A0-D2484702A7D0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7ECAA5DE-4F2D-BF49-C10C-19EC5A9208A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45611EEC-B1BD-21B7-553F-F7BA6103C95F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8244413" y="2982988"/>
            <a:ext cx="306735" cy="693810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6D5E76A7-137D-4EFA-0D3B-35F1A3AE370F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5400000">
            <a:off x="7464575" y="3402483"/>
            <a:ext cx="454659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7ACD3E89-0D9A-0C6A-33C7-7BA830D10940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 flipH="1">
            <a:off x="4476428" y="1414920"/>
            <a:ext cx="262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68E36915-6FD4-3875-9F24-246341757893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 flipH="1">
            <a:off x="6602996" y="1414920"/>
            <a:ext cx="124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98614081-57DD-58B3-64A9-8C8AA17865B5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 flipH="1">
            <a:off x="8744685" y="1414920"/>
            <a:ext cx="1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B3309D7D-9588-808F-2F3E-5B990C3A49C2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 rot="16200000" flipH="1">
            <a:off x="10166938" y="1501128"/>
            <a:ext cx="173233" cy="81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F0B69F18-5CCF-F038-DE3D-BA4563E4B89B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70E4DE5-9390-A610-6ED6-E99C7D237F63}"/>
              </a:ext>
            </a:extLst>
          </p:cNvPr>
          <p:cNvSpPr txBox="1"/>
          <p:nvPr/>
        </p:nvSpPr>
        <p:spPr>
          <a:xfrm>
            <a:off x="9346089" y="5743715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BAEA13-A05B-25DA-26A4-37BB8DEFFAC7}"/>
              </a:ext>
            </a:extLst>
          </p:cNvPr>
          <p:cNvSpPr txBox="1"/>
          <p:nvPr/>
        </p:nvSpPr>
        <p:spPr>
          <a:xfrm>
            <a:off x="8757176" y="4336492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BE496-BCEC-D56D-B585-35302C420ABD}"/>
              </a:ext>
            </a:extLst>
          </p:cNvPr>
          <p:cNvSpPr txBox="1"/>
          <p:nvPr/>
        </p:nvSpPr>
        <p:spPr>
          <a:xfrm>
            <a:off x="5754952" y="4820740"/>
            <a:ext cx="9525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2EB405-D92C-2C47-7240-43A63FE1B412}"/>
              </a:ext>
            </a:extLst>
          </p:cNvPr>
          <p:cNvSpPr txBox="1"/>
          <p:nvPr/>
        </p:nvSpPr>
        <p:spPr>
          <a:xfrm>
            <a:off x="6513995" y="5192052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E7D5E6D-8911-2CA1-A3CA-E46ABED54C18}"/>
              </a:ext>
            </a:extLst>
          </p:cNvPr>
          <p:cNvCxnSpPr>
            <a:cxnSpLocks/>
          </p:cNvCxnSpPr>
          <p:nvPr/>
        </p:nvCxnSpPr>
        <p:spPr>
          <a:xfrm flipV="1">
            <a:off x="6987266" y="5038408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AAF85AF9-9804-15F6-2B75-F300308956E6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6231209" y="5159295"/>
            <a:ext cx="282786" cy="202035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54DD6DC-E7DC-136A-D584-2D6D6628B46E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7BD7439-CAAB-E962-B086-ABC1627B1D95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0D4E0-3407-E9E2-EED5-F0FD82B02282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2026-09-16</a:t>
            </a:r>
          </a:p>
        </p:txBody>
      </p:sp>
    </p:spTree>
    <p:extLst>
      <p:ext uri="{BB962C8B-B14F-4D97-AF65-F5344CB8AC3E}">
        <p14:creationId xmlns:p14="http://schemas.microsoft.com/office/powerpoint/2010/main" val="945735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B6D13-C629-F431-6758-76CF3071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1413E514-1935-C0F1-4861-1E3D01BEDE01}"/>
              </a:ext>
            </a:extLst>
          </p:cNvPr>
          <p:cNvSpPr/>
          <p:nvPr/>
        </p:nvSpPr>
        <p:spPr>
          <a:xfrm>
            <a:off x="8384695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75E01B0-8EF4-D926-2793-B90C312790A7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CD02BC5-1540-710C-21B0-B5ED3959CC6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F714EDB-81A2-63D6-DB01-590B06D9C958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0A7718-836F-188B-8E67-A296ED6B303D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910952A-9F2B-E281-286E-1A2DD5292344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141DC7-4A1A-9927-299A-AFDD1E905CEF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411E46-1552-EF8A-6157-812EFA8FAC7F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(0.6.5)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B34281-C89A-4399-CAED-C5A1B7B1D326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22A1A-781A-1F88-706A-149A53177594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20B1D2-288E-6662-CC2C-624A42AE2F1C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5479680" y="414290"/>
            <a:ext cx="1212966" cy="3214226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BE4A3E-9B6E-58FF-FE1F-1E99D7C3889C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542274" y="1476884"/>
            <a:ext cx="1212966" cy="1089038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70ABC8F-12D6-33C8-A62E-0A274D360BE9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>
            <a:off x="7612498" y="1495698"/>
            <a:ext cx="1212966" cy="1051410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79C79B2-5499-3115-DC56-52B36CC1FD81}"/>
              </a:ext>
            </a:extLst>
          </p:cNvPr>
          <p:cNvCxnSpPr>
            <a:cxnSpLocks/>
            <a:stCxn id="32" idx="2"/>
            <a:endCxn id="508" idx="0"/>
          </p:cNvCxnSpPr>
          <p:nvPr/>
        </p:nvCxnSpPr>
        <p:spPr>
          <a:xfrm rot="5400000">
            <a:off x="8735810" y="1110550"/>
            <a:ext cx="1212966" cy="1821706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F91884-F834-533B-A825-B2B195743B5B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(5.0.6)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3AD5FD44-1BF3-8822-8EEB-D6CD1E5B3C49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B1D0B5CC-AF2E-C27C-D8BE-BEC23B5F42DC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F88EF440-FCBE-9C1F-1789-08B1D44DA754}"/>
              </a:ext>
            </a:extLst>
          </p:cNvPr>
          <p:cNvCxnSpPr>
            <a:cxnSpLocks/>
            <a:stCxn id="9" idx="2"/>
            <a:endCxn id="111" idx="0"/>
          </p:cNvCxnSpPr>
          <p:nvPr/>
        </p:nvCxnSpPr>
        <p:spPr>
          <a:xfrm>
            <a:off x="7693276" y="3176526"/>
            <a:ext cx="0" cy="131324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3D8FAC90-2217-41C6-4104-F0233F6ACBFA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6C535D-5213-EEE3-7031-90F7671108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547D903-6595-BBCD-C32B-DB0D7844DB5F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B0D092D4-19F1-0C34-E64A-D5FB6B118E4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191C504A-EA95-C954-1088-0D8F575D1FC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AD195880-5AB4-341B-931F-BDE496A2C54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EF316AE2-E660-4634-8CD2-04B44FDD374C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1A03720D-81B3-B35C-ABE1-BAE1A85F1DF2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50912CA8-788D-30B4-F137-AF93F5B35431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BDEFACD5-FA08-43E1-5EFC-ADF94AD05F73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7D2E4376-0988-C222-3D1E-67D2AB10674E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CE33FAD-065C-FD17-B441-FA3819F7DB5A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FAB3BD0B-E7AC-AC91-5AF2-F7BA66DC2C10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FAB15208-F4C9-589D-3831-B9ED6D7CC23F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317D855-6E41-0B98-F514-02D706B24DCC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8D82C586-8CA3-86F2-33DE-E741FF55DB38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57BB3EB0-3EFA-FAC2-216B-8DCCD7074408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852A3B61-9AF0-1497-2443-C0946B77948B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F4747416-89DD-9C3E-F882-23EDFD31BAF2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48978988-BCF0-70FA-7CB6-8EC8A23121D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624F0023-6689-57F3-9E79-95636D20AA85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B6C1CF42-8B6B-67D1-ED95-175073419811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716EDD-B599-9907-7FA2-43F7E9E2491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5ABF78FA-8279-EB9B-485A-A98AEFEA156D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63C6DB0F-C03E-9939-DFD7-F7A93D65C768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2AF5FEDD-C2F7-F4C9-B82B-B75E8EC51D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44FF2BC5-C4C9-E8DA-1AC5-21095C28C2B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2B65863-13E1-3CD0-6DDB-1D323802FAFF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CD1C52DD-02AC-98B4-3E45-C440ABCD80D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DF3B346F-DC66-3671-A128-1594EC9C2B5E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A35F3710-8AC5-ABA4-9FC6-DF78A0C829B0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8D1DF7BB-DEC8-88CB-D7F1-2C7C69D4C8B9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C49E0658-EC46-41E1-0F40-537B2F77AA6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53292E09-CD60-FD01-4EFB-258931425A5C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58CC4026-7E4F-B014-C3FB-07AE012190F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FBF9B260-FACD-4D19-A23D-626107E749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E4D67E16-ACE1-1B72-1736-251231C888B1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C75E9DA0-09CD-B2F3-42FC-FA1BD80D60B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FF600F01-B3ED-DD11-2396-AD31C0DB700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DAB5DBE5-F4F8-A0B5-A9DF-A6A8023A443E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025ED184-B3F7-127D-27E8-8642686FA5C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F22AEBCD-F54F-EA7E-AC46-48774B325D6B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A4927DC-83FB-08EA-F7F4-F12AECDD018F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B6ADA519-1836-153D-ACCB-258445C2E66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326E6E8C-C749-07F1-7B2A-941FD2B11D4D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195FFF1A-945B-6A3B-C89C-3F2B44F15FD8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 flipV="1">
            <a:off x="8645791" y="2902205"/>
            <a:ext cx="1286826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1B6B6842-B1C1-1451-B776-C96E3E39AE3E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7E24E7A1-D620-7001-A1A5-A8AA2F4097E0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6F26095-0A94-2BBD-E618-AF609F448047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BB4202FD-C1A1-7A79-05EB-AA3D8B1BF5BF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002650C5-D573-45AB-BD1D-B3A2F4A3452E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3AD0A9AD-8489-D61B-CB2A-419FC91C3D15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5E32701-C5E2-0CDC-43EB-7D9DAE38C748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F1325B-7FDD-EC28-75AC-D6CBE19324F3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BBDC4-BC32-F277-C7D7-917DDA5A5166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2026-09-16</a:t>
            </a:r>
          </a:p>
        </p:txBody>
      </p:sp>
    </p:spTree>
    <p:extLst>
      <p:ext uri="{BB962C8B-B14F-4D97-AF65-F5344CB8AC3E}">
        <p14:creationId xmlns:p14="http://schemas.microsoft.com/office/powerpoint/2010/main" val="3880290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7372</TotalTime>
  <Words>264</Words>
  <Application>Microsoft Macintosh PowerPoint</Application>
  <PresentationFormat>Widescreen</PresentationFormat>
  <Paragraphs>88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Bernhard Walter</dc:creator>
  <cp:lastModifiedBy>Bernhard Walter</cp:lastModifiedBy>
  <cp:revision>29</cp:revision>
  <cp:lastPrinted>2026-09-15T08:42:28Z</cp:lastPrinted>
  <dcterms:created xsi:type="dcterms:W3CDTF">2025-04-13T11:06:09Z</dcterms:created>
  <dcterms:modified xsi:type="dcterms:W3CDTF">2026-09-16T11:32:27Z</dcterms:modified>
</cp:coreProperties>
</file>